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66" r:id="rId5"/>
  </p:sldMasterIdLst>
  <p:notesMasterIdLst>
    <p:notesMasterId r:id="rId12"/>
  </p:notesMasterIdLst>
  <p:handoutMasterIdLst>
    <p:handoutMasterId r:id="rId13"/>
  </p:handoutMasterIdLst>
  <p:sldIdLst>
    <p:sldId id="2147377654" r:id="rId6"/>
    <p:sldId id="2147476356" r:id="rId7"/>
    <p:sldId id="2147476421" r:id="rId8"/>
    <p:sldId id="2147480497" r:id="rId9"/>
    <p:sldId id="2147476420" r:id="rId10"/>
    <p:sldId id="21474763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orient="horz" pos="1288" userDrawn="1">
          <p15:clr>
            <a:srgbClr val="A4A3A4"/>
          </p15:clr>
        </p15:guide>
        <p15:guide id="11" orient="horz" pos="3680" userDrawn="1">
          <p15:clr>
            <a:srgbClr val="A4A3A4"/>
          </p15:clr>
        </p15:guide>
        <p15:guide id="12" pos="4362" userDrawn="1">
          <p15:clr>
            <a:srgbClr val="A4A3A4"/>
          </p15:clr>
        </p15:guide>
        <p15:guide id="13" pos="7197" userDrawn="1">
          <p15:clr>
            <a:srgbClr val="A4A3A4"/>
          </p15:clr>
        </p15:guide>
        <p15:guide id="14" orient="horz" pos="640" userDrawn="1">
          <p15:clr>
            <a:srgbClr val="A4A3A4"/>
          </p15:clr>
        </p15:guide>
        <p15:guide id="15" pos="5700" userDrawn="1">
          <p15:clr>
            <a:srgbClr val="A4A3A4"/>
          </p15:clr>
        </p15:guide>
        <p15:guide id="16" pos="1028" userDrawn="1">
          <p15:clr>
            <a:srgbClr val="A4A3A4"/>
          </p15:clr>
        </p15:guide>
        <p15:guide id="17" pos="3432" userDrawn="1">
          <p15:clr>
            <a:srgbClr val="A4A3A4"/>
          </p15:clr>
        </p15:guide>
        <p15:guide id="18" pos="1980" userDrawn="1">
          <p15:clr>
            <a:srgbClr val="A4A3A4"/>
          </p15:clr>
        </p15:guide>
        <p15:guide id="19" pos="3205" userDrawn="1">
          <p15:clr>
            <a:srgbClr val="A4A3A4"/>
          </p15:clr>
        </p15:guide>
        <p15:guide id="20" pos="5353" userDrawn="1">
          <p15:clr>
            <a:srgbClr val="A4A3A4"/>
          </p15:clr>
        </p15:guide>
        <p15:guide id="21" orient="horz" pos="1139" userDrawn="1">
          <p15:clr>
            <a:srgbClr val="A4A3A4"/>
          </p15:clr>
        </p15:guide>
        <p15:guide id="22" orient="horz" pos="240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4F3E03-5BA7-C003-3F68-2C0728A9D2FA}" name="Victoria Blacklaws" initials="VB" userId="S::Victoria.Blacklaws@maxwellrogers.co.uk::c005fe15-3f76-4561-a03d-871776c0d4ff" providerId="AD"/>
  <p188:author id="{6D9A8B10-99B1-14B0-FA19-443EDCB2B898}" name="Ivanov, Jeannie" initials="IJ" userId="S::jeannie.ivanov@lrqa.com::504752f3-3098-46a9-a50c-226eadfcaff8" providerId="AD"/>
  <p188:author id="{D50F4B14-67E4-D2CA-9036-15BB3C0D353C}" name="Maxine Rivett-Carnac" initials="MRC" userId="S::MaxineRivett-Carnac@maxwellrogers.co.uk::828795c4-7471-4cb5-823e-280f67870d89" providerId="AD"/>
  <p188:author id="{99A2E02E-0AE7-2056-D069-2E8DE1D10098}" name="Matty Hodgson" initials="MH" userId="S::matt.hodgson@maxwellrogers.co.uk::d89e7e6e-5be1-47a7-837e-7a4f6a38bd63" providerId="AD"/>
  <p188:author id="{3366E833-7203-56CE-E750-F2553987FF75}" name="Jane Shepherd" initials="JS" userId="S::jane.shepherd@maxwellrogers.co.uk::aa8fc9ff-2b61-4f0c-bffe-0f59b4af3013" providerId="AD"/>
  <p188:author id="{F0049C52-766A-73AB-57EA-3B428AD04D46}" name="Barber, Ian" initials="BI" userId="S::ian.barber@lr.org::6579183a-a0f8-4b39-b704-8a827fe2d6bb" providerId="AD"/>
  <p188:author id="{4FFB3282-24AD-31E9-79AF-6EFDD7D03149}" name="Hammond, Chris" initials="HC" userId="S::Chris.Hammond@lrqa.com::d20d9a53-666a-41ed-aef6-b712149ddb6a" providerId="AD"/>
  <p188:author id="{E6DCEDD0-A3F2-92D3-18C9-740A1E48E6B6}" name="Powell, Rosie" initials="PR" userId="S::rosie.powell@lrqa.com::22e97378-c846-4858-bd5a-46c6c886e82b" providerId="AD"/>
  <p188:author id="{ED0CADDC-9A6E-3233-6BC5-FD834FF99FC3}" name="Catherine McElkerney" initials="CM" userId="S::Catherine.McElkerney@maxwellrogers.co.uk::d9dc8275-b5c9-45c1-b0dc-f2c47d14a99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mmond, Chris" initials="HC" lastIdx="1" clrIdx="0">
    <p:extLst>
      <p:ext uri="{19B8F6BF-5375-455C-9EA6-DF929625EA0E}">
        <p15:presenceInfo xmlns:p15="http://schemas.microsoft.com/office/powerpoint/2012/main" userId="S::Chris.Hammond@lr.org::3d64fa36-b507-4e9c-962a-026d0d4398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6B3"/>
    <a:srgbClr val="272941"/>
    <a:srgbClr val="4A4B5C"/>
    <a:srgbClr val="BF1F99"/>
    <a:srgbClr val="A1A3A2"/>
    <a:srgbClr val="A6A8A7"/>
    <a:srgbClr val="909291"/>
    <a:srgbClr val="070A2A"/>
    <a:srgbClr val="4B4C5D"/>
    <a:srgbClr val="008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24000-453A-4BA4-AE02-D9B1992FEF88}" v="11" dt="2025-07-02T00:16:07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8"/>
      </p:cViewPr>
      <p:guideLst>
        <p:guide orient="horz" pos="1288"/>
        <p:guide orient="horz" pos="3680"/>
        <p:guide pos="4362"/>
        <p:guide pos="7197"/>
        <p:guide orient="horz" pos="640"/>
        <p:guide pos="5700"/>
        <p:guide pos="1028"/>
        <p:guide pos="3432"/>
        <p:guide pos="1980"/>
        <p:guide pos="3205"/>
        <p:guide pos="5353"/>
        <p:guide orient="horz" pos="1139"/>
        <p:guide orient="horz" pos="240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09C126-7139-4596-8B52-75E1F7C0FE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9B258-E96E-4103-87A2-0283542FF1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E0557-87F4-4556-AE15-347E91E47578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95545-5984-442E-B529-A321FB1A84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E227F-DBF8-4B60-A6A2-D66620DD3D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4D70F-6AA9-440B-AB0D-B5C434DD2C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4350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666F7-8A7F-4D78-A2B4-9B556DC13356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D96DA-53AF-41F1-8334-6CAEDADDB9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143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D96DA-53AF-41F1-8334-6CAEDADDB9B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546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0A6F0-7CCF-4B3E-9599-6882F9680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9D275-1E72-217C-5682-FA80B6686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1F67A-D8AD-4A56-94D3-69E89D93D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CE7C3-3880-4250-09A5-C8BF33E5C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D96DA-53AF-41F1-8334-6CAEDADDB9B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768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1A241-D4BB-0E50-5FFC-E19DEC343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12AC4-3906-A09C-5E77-D1FCBE7D5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30213-7CF7-6FFB-907B-21D24E50F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50B01-BFDC-21AE-841A-201A4CF6F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D96DA-53AF-41F1-8334-6CAEDADDB9B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848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D96DA-53AF-41F1-8334-6CAEDADDB9B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59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ONLY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762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 ONLY BLUE">
    <p:bg>
      <p:bgPr>
        <a:gradFill>
          <a:gsLst>
            <a:gs pos="0">
              <a:srgbClr val="8286B3"/>
            </a:gs>
            <a:gs pos="54000">
              <a:srgbClr val="272941"/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743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lean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48B5C2-101F-DCDE-1DDE-70A4E1C7AE1E}"/>
              </a:ext>
            </a:extLst>
          </p:cNvPr>
          <p:cNvSpPr/>
          <p:nvPr userDrawn="1"/>
        </p:nvSpPr>
        <p:spPr>
          <a:xfrm>
            <a:off x="0" y="6129300"/>
            <a:ext cx="12192000" cy="72870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93732-57D7-0E5B-9B4C-553D00FBC1E6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16000">
                <a:schemeClr val="accent5">
                  <a:alpha val="27000"/>
                </a:schemeClr>
              </a:gs>
              <a:gs pos="33000">
                <a:schemeClr val="accent5">
                  <a:alpha val="40000"/>
                </a:schemeClr>
              </a:gs>
              <a:gs pos="49000">
                <a:schemeClr val="accent5">
                  <a:alpha val="24000"/>
                </a:schemeClr>
              </a:gs>
              <a:gs pos="69000">
                <a:schemeClr val="accent5">
                  <a:alpha val="0"/>
                </a:schemeClr>
              </a:gs>
            </a:gsLst>
            <a:lin ang="270000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798620-3638-54BB-2DDD-716FE6EBFB65}"/>
              </a:ext>
            </a:extLst>
          </p:cNvPr>
          <p:cNvSpPr>
            <a:spLocks/>
          </p:cNvSpPr>
          <p:nvPr userDrawn="1"/>
        </p:nvSpPr>
        <p:spPr>
          <a:xfrm>
            <a:off x="1559496" y="1890499"/>
            <a:ext cx="10632504" cy="3077002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401CE8D-0FC4-A682-80E1-14D626B3ACD2}"/>
              </a:ext>
            </a:extLst>
          </p:cNvPr>
          <p:cNvSpPr/>
          <p:nvPr userDrawn="1"/>
        </p:nvSpPr>
        <p:spPr>
          <a:xfrm>
            <a:off x="673085" y="1890499"/>
            <a:ext cx="1993536" cy="3077002"/>
          </a:xfrm>
          <a:custGeom>
            <a:avLst/>
            <a:gdLst>
              <a:gd name="connsiteX0" fmla="*/ 0 w 1993536"/>
              <a:gd name="connsiteY0" fmla="*/ 0 h 3077002"/>
              <a:gd name="connsiteX1" fmla="*/ 1395276 w 1993536"/>
              <a:gd name="connsiteY1" fmla="*/ 0 h 3077002"/>
              <a:gd name="connsiteX2" fmla="*/ 1993536 w 1993536"/>
              <a:gd name="connsiteY2" fmla="*/ 1538501 h 3077002"/>
              <a:gd name="connsiteX3" fmla="*/ 1395276 w 1993536"/>
              <a:gd name="connsiteY3" fmla="*/ 3077002 h 3077002"/>
              <a:gd name="connsiteX4" fmla="*/ 0 w 1993536"/>
              <a:gd name="connsiteY4" fmla="*/ 3077002 h 3077002"/>
              <a:gd name="connsiteX5" fmla="*/ 0 w 1993536"/>
              <a:gd name="connsiteY5" fmla="*/ 3053273 h 3077002"/>
              <a:gd name="connsiteX6" fmla="*/ 589939 w 1993536"/>
              <a:gd name="connsiteY6" fmla="*/ 1536171 h 3077002"/>
              <a:gd name="connsiteX7" fmla="*/ 0 w 1993536"/>
              <a:gd name="connsiteY7" fmla="*/ 19069 h 3077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93536" h="3077002">
                <a:moveTo>
                  <a:pt x="0" y="0"/>
                </a:moveTo>
                <a:lnTo>
                  <a:pt x="1395276" y="0"/>
                </a:lnTo>
                <a:lnTo>
                  <a:pt x="1993536" y="1538501"/>
                </a:lnTo>
                <a:lnTo>
                  <a:pt x="1395276" y="3077002"/>
                </a:lnTo>
                <a:lnTo>
                  <a:pt x="0" y="3077002"/>
                </a:lnTo>
                <a:lnTo>
                  <a:pt x="0" y="3053273"/>
                </a:lnTo>
                <a:lnTo>
                  <a:pt x="589939" y="1536171"/>
                </a:lnTo>
                <a:lnTo>
                  <a:pt x="0" y="19069"/>
                </a:ln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GB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359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lean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48B5C2-101F-DCDE-1DDE-70A4E1C7AE1E}"/>
              </a:ext>
            </a:extLst>
          </p:cNvPr>
          <p:cNvSpPr/>
          <p:nvPr userDrawn="1"/>
        </p:nvSpPr>
        <p:spPr>
          <a:xfrm>
            <a:off x="0" y="6129300"/>
            <a:ext cx="12192000" cy="72870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005718-A112-5240-F57E-BE278F92D6C7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16000">
                <a:schemeClr val="accent5">
                  <a:alpha val="25000"/>
                </a:schemeClr>
              </a:gs>
              <a:gs pos="33000">
                <a:schemeClr val="accent5">
                  <a:alpha val="40000"/>
                </a:schemeClr>
              </a:gs>
              <a:gs pos="49000">
                <a:schemeClr val="accent5">
                  <a:alpha val="25000"/>
                </a:schemeClr>
              </a:gs>
              <a:gs pos="68000">
                <a:schemeClr val="accent5">
                  <a:alpha val="0"/>
                </a:schemeClr>
              </a:gs>
            </a:gsLst>
            <a:lin ang="270000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C8CC78-ECA3-850C-E582-72F820444C43}"/>
              </a:ext>
            </a:extLst>
          </p:cNvPr>
          <p:cNvSpPr>
            <a:spLocks/>
          </p:cNvSpPr>
          <p:nvPr userDrawn="1"/>
        </p:nvSpPr>
        <p:spPr>
          <a:xfrm>
            <a:off x="442913" y="535628"/>
            <a:ext cx="11749087" cy="5701659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GB" sz="1600" b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779488-2354-DB80-D549-B3E87CF9705D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55170" y="4761148"/>
            <a:ext cx="790580" cy="2096852"/>
          </a:xfrm>
          <a:prstGeom prst="line">
            <a:avLst/>
          </a:prstGeom>
          <a:ln w="31750">
            <a:gradFill>
              <a:gsLst>
                <a:gs pos="0">
                  <a:schemeClr val="bg1">
                    <a:alpha val="0"/>
                  </a:schemeClr>
                </a:gs>
                <a:gs pos="55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3003F740-2165-19A5-54A3-B49C58EA0F1E}"/>
              </a:ext>
            </a:extLst>
          </p:cNvPr>
          <p:cNvSpPr txBox="1">
            <a:spLocks/>
          </p:cNvSpPr>
          <p:nvPr userDrawn="1"/>
        </p:nvSpPr>
        <p:spPr>
          <a:xfrm>
            <a:off x="9942286" y="5384966"/>
            <a:ext cx="1454532" cy="642672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lack" panose="020F0A02020204030203" pitchFamily="34" charset="0"/>
                <a:ea typeface="+mj-ea"/>
                <a:cs typeface="+mj-cs"/>
              </a:defRPr>
            </a:lvl1pPr>
          </a:lstStyle>
          <a:p>
            <a:r>
              <a:rPr lang="en-GB">
                <a:solidFill>
                  <a:schemeClr val="accent5"/>
                </a:solidFill>
              </a:rPr>
              <a:t>Group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BDA5A7E-B38C-FDC9-C96C-AE04E458DD99}"/>
              </a:ext>
            </a:extLst>
          </p:cNvPr>
          <p:cNvSpPr txBox="1">
            <a:spLocks/>
          </p:cNvSpPr>
          <p:nvPr userDrawn="1"/>
        </p:nvSpPr>
        <p:spPr>
          <a:xfrm>
            <a:off x="11165459" y="5782311"/>
            <a:ext cx="1368152" cy="54006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lack" panose="020F0A02020204030203" pitchFamily="34" charset="0"/>
                <a:ea typeface="+mj-ea"/>
                <a:cs typeface="+mj-cs"/>
              </a:defRPr>
            </a:lvl1pPr>
          </a:lstStyle>
          <a:p>
            <a:r>
              <a:rPr lang="en-GB">
                <a:solidFill>
                  <a:schemeClr val="bg1"/>
                </a:solidFill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466148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lean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48B5C2-101F-DCDE-1DDE-70A4E1C7AE1E}"/>
              </a:ext>
            </a:extLst>
          </p:cNvPr>
          <p:cNvSpPr/>
          <p:nvPr userDrawn="1"/>
        </p:nvSpPr>
        <p:spPr>
          <a:xfrm>
            <a:off x="0" y="6129300"/>
            <a:ext cx="12192000" cy="72870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005718-A112-5240-F57E-BE278F92D6C7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16000">
                <a:schemeClr val="accent5">
                  <a:alpha val="25000"/>
                </a:schemeClr>
              </a:gs>
              <a:gs pos="33000">
                <a:schemeClr val="accent5">
                  <a:alpha val="40000"/>
                </a:schemeClr>
              </a:gs>
              <a:gs pos="49000">
                <a:schemeClr val="accent5">
                  <a:alpha val="25000"/>
                </a:schemeClr>
              </a:gs>
              <a:gs pos="69000">
                <a:schemeClr val="accent5">
                  <a:alpha val="0"/>
                </a:schemeClr>
              </a:gs>
            </a:gsLst>
            <a:lin ang="270000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C8CC78-ECA3-850C-E582-72F820444C43}"/>
              </a:ext>
            </a:extLst>
          </p:cNvPr>
          <p:cNvSpPr>
            <a:spLocks/>
          </p:cNvSpPr>
          <p:nvPr userDrawn="1"/>
        </p:nvSpPr>
        <p:spPr>
          <a:xfrm>
            <a:off x="216484" y="233256"/>
            <a:ext cx="11975516" cy="640010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0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A5D2CB00-BD77-132E-3292-FD95122A1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9275"/>
            <a:ext cx="10910887" cy="5762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420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ity lights focused in magnifying glass">
            <a:extLst>
              <a:ext uri="{FF2B5EF4-FFF2-40B4-BE49-F238E27FC236}">
                <a16:creationId xmlns:a16="http://schemas.microsoft.com/office/drawing/2014/main" id="{0613C141-29BB-4D29-BE75-5411817D0D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4" r="18170" b="23098"/>
          <a:stretch/>
        </p:blipFill>
        <p:spPr>
          <a:xfrm>
            <a:off x="1" y="1410"/>
            <a:ext cx="12192000" cy="685659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5D9A2F8-154D-B847-8E4D-44CD3739BE3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232"/>
          <a:stretch/>
        </p:blipFill>
        <p:spPr>
          <a:xfrm>
            <a:off x="0" y="-107585"/>
            <a:ext cx="7495325" cy="713767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AF65BCA-0E19-BC40-B6F5-5B1E997F1D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9864"/>
          <a:stretch/>
        </p:blipFill>
        <p:spPr>
          <a:xfrm>
            <a:off x="10729061" y="732648"/>
            <a:ext cx="1462939" cy="5457211"/>
          </a:xfrm>
          <a:prstGeom prst="rect">
            <a:avLst/>
          </a:prstGeom>
        </p:spPr>
      </p:pic>
      <p:pic>
        <p:nvPicPr>
          <p:cNvPr id="15" name="Picture 14" descr="Text, logo&#10;&#10;Description automatically generated">
            <a:extLst>
              <a:ext uri="{FF2B5EF4-FFF2-40B4-BE49-F238E27FC236}">
                <a16:creationId xmlns:a16="http://schemas.microsoft.com/office/drawing/2014/main" id="{47847EA2-03B5-41CD-88BB-A74BDC6205A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1" y="1026792"/>
            <a:ext cx="1005839" cy="100442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1C4FD47-D44A-474E-B608-5786798424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7360" y="2336800"/>
            <a:ext cx="4150359" cy="1325880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2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3903658-22C8-4DFC-8756-807C0B7AA2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7360" y="3784599"/>
            <a:ext cx="4150360" cy="12064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E744B8F-F650-44CC-B737-AB78698475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725" y="5415844"/>
            <a:ext cx="4151313" cy="7999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spcBef>
                <a:spcPts val="0"/>
              </a:spcBef>
            </a:pPr>
            <a:r>
              <a:rPr lang="en-US"/>
              <a:t>Date</a:t>
            </a:r>
            <a:endParaRPr lang="en-GB"/>
          </a:p>
          <a:p>
            <a:pPr lvl="0"/>
            <a:endParaRPr lang="en-GB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17F28A5-85A5-4409-8D42-A8C3C4F082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5" y="5063885"/>
            <a:ext cx="4150359" cy="356002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Presenter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95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gradFill>
          <a:gsLst>
            <a:gs pos="0">
              <a:srgbClr val="4B4C5D">
                <a:lumMod val="98000"/>
                <a:lumOff val="2000"/>
              </a:srgbClr>
            </a:gs>
            <a:gs pos="50000">
              <a:srgbClr val="272941">
                <a:lumMod val="97000"/>
                <a:lumOff val="3000"/>
              </a:srgbClr>
            </a:gs>
            <a:gs pos="100000">
              <a:srgbClr val="070A2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A7B5611-E042-B1D0-CC75-2D68687FA506}"/>
              </a:ext>
            </a:extLst>
          </p:cNvPr>
          <p:cNvSpPr/>
          <p:nvPr userDrawn="1"/>
        </p:nvSpPr>
        <p:spPr>
          <a:xfrm>
            <a:off x="1" y="482600"/>
            <a:ext cx="6864809" cy="5943426"/>
          </a:xfrm>
          <a:custGeom>
            <a:avLst/>
            <a:gdLst>
              <a:gd name="connsiteX0" fmla="*/ 0 w 6864809"/>
              <a:gd name="connsiteY0" fmla="*/ 0 h 5943426"/>
              <a:gd name="connsiteX1" fmla="*/ 6864809 w 6864809"/>
              <a:gd name="connsiteY1" fmla="*/ 0 h 5943426"/>
              <a:gd name="connsiteX2" fmla="*/ 6758896 w 6864809"/>
              <a:gd name="connsiteY2" fmla="*/ 321681 h 5943426"/>
              <a:gd name="connsiteX3" fmla="*/ 5345592 w 6864809"/>
              <a:gd name="connsiteY3" fmla="*/ 4089896 h 5943426"/>
              <a:gd name="connsiteX4" fmla="*/ 4637007 w 6864809"/>
              <a:gd name="connsiteY4" fmla="*/ 5921477 h 5943426"/>
              <a:gd name="connsiteX5" fmla="*/ 0 w 6864809"/>
              <a:gd name="connsiteY5" fmla="*/ 5943426 h 5943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4809" h="5943426">
                <a:moveTo>
                  <a:pt x="0" y="0"/>
                </a:moveTo>
                <a:lnTo>
                  <a:pt x="6864809" y="0"/>
                </a:lnTo>
                <a:lnTo>
                  <a:pt x="6758896" y="321681"/>
                </a:lnTo>
                <a:lnTo>
                  <a:pt x="5345592" y="4089896"/>
                </a:lnTo>
                <a:lnTo>
                  <a:pt x="4637007" y="5921477"/>
                </a:lnTo>
                <a:lnTo>
                  <a:pt x="0" y="5943426"/>
                </a:lnTo>
                <a:close/>
              </a:path>
            </a:pathLst>
          </a:custGeom>
          <a:solidFill>
            <a:srgbClr val="0F1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3FF0AFA9-6C50-D812-1CDF-5F87A720C76F}"/>
              </a:ext>
            </a:extLst>
          </p:cNvPr>
          <p:cNvSpPr/>
          <p:nvPr userDrawn="1"/>
        </p:nvSpPr>
        <p:spPr>
          <a:xfrm>
            <a:off x="10737389" y="2279176"/>
            <a:ext cx="1454611" cy="3940647"/>
          </a:xfrm>
          <a:custGeom>
            <a:avLst/>
            <a:gdLst>
              <a:gd name="connsiteX0" fmla="*/ 0 w 2661492"/>
              <a:gd name="connsiteY0" fmla="*/ 0 h 5483224"/>
              <a:gd name="connsiteX1" fmla="*/ 2661492 w 2661492"/>
              <a:gd name="connsiteY1" fmla="*/ 0 h 5483224"/>
              <a:gd name="connsiteX2" fmla="*/ 2661492 w 2661492"/>
              <a:gd name="connsiteY2" fmla="*/ 5483224 h 5483224"/>
              <a:gd name="connsiteX3" fmla="*/ 0 w 2661492"/>
              <a:gd name="connsiteY3" fmla="*/ 5483224 h 5483224"/>
              <a:gd name="connsiteX4" fmla="*/ 0 w 2661492"/>
              <a:gd name="connsiteY4" fmla="*/ 0 h 5483224"/>
              <a:gd name="connsiteX0" fmla="*/ 2354239 w 2661492"/>
              <a:gd name="connsiteY0" fmla="*/ 709684 h 5483224"/>
              <a:gd name="connsiteX1" fmla="*/ 2661492 w 2661492"/>
              <a:gd name="connsiteY1" fmla="*/ 0 h 5483224"/>
              <a:gd name="connsiteX2" fmla="*/ 2661492 w 2661492"/>
              <a:gd name="connsiteY2" fmla="*/ 5483224 h 5483224"/>
              <a:gd name="connsiteX3" fmla="*/ 0 w 2661492"/>
              <a:gd name="connsiteY3" fmla="*/ 5483224 h 5483224"/>
              <a:gd name="connsiteX4" fmla="*/ 2354239 w 2661492"/>
              <a:gd name="connsiteY4" fmla="*/ 709684 h 548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1492" h="5483224">
                <a:moveTo>
                  <a:pt x="2354239" y="709684"/>
                </a:moveTo>
                <a:lnTo>
                  <a:pt x="2661492" y="0"/>
                </a:lnTo>
                <a:lnTo>
                  <a:pt x="2661492" y="5483224"/>
                </a:lnTo>
                <a:lnTo>
                  <a:pt x="0" y="5483224"/>
                </a:lnTo>
                <a:lnTo>
                  <a:pt x="2354239" y="709684"/>
                </a:lnTo>
                <a:close/>
              </a:path>
            </a:pathLst>
          </a:custGeom>
          <a:solidFill>
            <a:srgbClr val="0EF2B2"/>
          </a:solidFill>
          <a:ln>
            <a:solidFill>
              <a:srgbClr val="0EF2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EC4AE-0E7C-4CAA-990A-600C47283B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799" y="2336800"/>
            <a:ext cx="4150800" cy="1325880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2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1853F-D752-4764-9739-CA18B7FD3A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800" y="3784599"/>
            <a:ext cx="4150800" cy="12064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7495A34-AD56-4356-B737-E79362E091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800" y="5415844"/>
            <a:ext cx="4150800" cy="7999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spcBef>
                <a:spcPts val="0"/>
              </a:spcBef>
            </a:pPr>
            <a:r>
              <a:rPr lang="en-US"/>
              <a:t>Date</a:t>
            </a:r>
            <a:endParaRPr lang="en-GB"/>
          </a:p>
          <a:p>
            <a:pPr lvl="0"/>
            <a:endParaRPr lang="en-GB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D6E94EB-F454-4CE9-96A8-BC31C3F39C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800" y="5088367"/>
            <a:ext cx="4150800" cy="3274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Presenter | Position</a:t>
            </a:r>
            <a:endParaRPr lang="en-GB"/>
          </a:p>
        </p:txBody>
      </p:sp>
      <p:pic>
        <p:nvPicPr>
          <p:cNvPr id="10" name="Picture 9" descr="Text, logo&#10;&#10;Description automatically generated">
            <a:extLst>
              <a:ext uri="{FF2B5EF4-FFF2-40B4-BE49-F238E27FC236}">
                <a16:creationId xmlns:a16="http://schemas.microsoft.com/office/drawing/2014/main" id="{BBE22765-E042-271E-E92F-E814F935B0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00" y="1026792"/>
            <a:ext cx="1005839" cy="100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18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226">
          <p15:clr>
            <a:srgbClr val="FBAE40"/>
          </p15:clr>
        </p15:guide>
        <p15:guide id="3" pos="6720">
          <p15:clr>
            <a:srgbClr val="FBAE40"/>
          </p15:clr>
        </p15:guide>
        <p15:guide id="4" orient="horz" pos="163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hite">
    <p:bg>
      <p:bgPr>
        <a:gradFill>
          <a:gsLst>
            <a:gs pos="0">
              <a:srgbClr val="4B4C5D">
                <a:lumMod val="98000"/>
                <a:lumOff val="2000"/>
              </a:srgbClr>
            </a:gs>
            <a:gs pos="50000">
              <a:srgbClr val="272941">
                <a:lumMod val="97000"/>
                <a:lumOff val="3000"/>
              </a:srgbClr>
            </a:gs>
            <a:gs pos="100000">
              <a:srgbClr val="070A2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9613D32-A783-718F-3DDF-26112280BFF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279176 h 6858000"/>
              <a:gd name="connsiteX3" fmla="*/ 12024074 w 12192000"/>
              <a:gd name="connsiteY3" fmla="*/ 2789207 h 6858000"/>
              <a:gd name="connsiteX4" fmla="*/ 10737389 w 12192000"/>
              <a:gd name="connsiteY4" fmla="*/ 6219823 h 6858000"/>
              <a:gd name="connsiteX5" fmla="*/ 12192000 w 12192000"/>
              <a:gd name="connsiteY5" fmla="*/ 6219823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  <a:gd name="connsiteX8" fmla="*/ 0 w 12192000"/>
              <a:gd name="connsiteY8" fmla="*/ 6426026 h 6858000"/>
              <a:gd name="connsiteX9" fmla="*/ 4637008 w 12192000"/>
              <a:gd name="connsiteY9" fmla="*/ 6404077 h 6858000"/>
              <a:gd name="connsiteX10" fmla="*/ 5345592 w 12192000"/>
              <a:gd name="connsiteY10" fmla="*/ 4572496 h 6858000"/>
              <a:gd name="connsiteX11" fmla="*/ 6758896 w 12192000"/>
              <a:gd name="connsiteY11" fmla="*/ 804281 h 6858000"/>
              <a:gd name="connsiteX12" fmla="*/ 6864809 w 12192000"/>
              <a:gd name="connsiteY12" fmla="*/ 482600 h 6858000"/>
              <a:gd name="connsiteX13" fmla="*/ 0 w 12192000"/>
              <a:gd name="connsiteY13" fmla="*/ 48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2279176"/>
                </a:lnTo>
                <a:lnTo>
                  <a:pt x="12024074" y="2789207"/>
                </a:lnTo>
                <a:lnTo>
                  <a:pt x="10737389" y="6219823"/>
                </a:lnTo>
                <a:lnTo>
                  <a:pt x="12192000" y="6219823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426026"/>
                </a:lnTo>
                <a:lnTo>
                  <a:pt x="4637008" y="6404077"/>
                </a:lnTo>
                <a:lnTo>
                  <a:pt x="5345592" y="4572496"/>
                </a:lnTo>
                <a:lnTo>
                  <a:pt x="6758896" y="804281"/>
                </a:lnTo>
                <a:lnTo>
                  <a:pt x="6864809" y="482600"/>
                </a:lnTo>
                <a:lnTo>
                  <a:pt x="0" y="4826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AE9014A-2C3D-5394-47DA-292AA66692E6}"/>
              </a:ext>
            </a:extLst>
          </p:cNvPr>
          <p:cNvSpPr/>
          <p:nvPr userDrawn="1"/>
        </p:nvSpPr>
        <p:spPr>
          <a:xfrm>
            <a:off x="1" y="482600"/>
            <a:ext cx="6864809" cy="5943426"/>
          </a:xfrm>
          <a:custGeom>
            <a:avLst/>
            <a:gdLst>
              <a:gd name="connsiteX0" fmla="*/ 0 w 6864809"/>
              <a:gd name="connsiteY0" fmla="*/ 0 h 5943426"/>
              <a:gd name="connsiteX1" fmla="*/ 6864809 w 6864809"/>
              <a:gd name="connsiteY1" fmla="*/ 0 h 5943426"/>
              <a:gd name="connsiteX2" fmla="*/ 6758896 w 6864809"/>
              <a:gd name="connsiteY2" fmla="*/ 321681 h 5943426"/>
              <a:gd name="connsiteX3" fmla="*/ 5345592 w 6864809"/>
              <a:gd name="connsiteY3" fmla="*/ 4089896 h 5943426"/>
              <a:gd name="connsiteX4" fmla="*/ 4637007 w 6864809"/>
              <a:gd name="connsiteY4" fmla="*/ 5921477 h 5943426"/>
              <a:gd name="connsiteX5" fmla="*/ 0 w 6864809"/>
              <a:gd name="connsiteY5" fmla="*/ 5943426 h 5943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4809" h="5943426">
                <a:moveTo>
                  <a:pt x="0" y="0"/>
                </a:moveTo>
                <a:lnTo>
                  <a:pt x="6864809" y="0"/>
                </a:lnTo>
                <a:lnTo>
                  <a:pt x="6758896" y="321681"/>
                </a:lnTo>
                <a:lnTo>
                  <a:pt x="5345592" y="4089896"/>
                </a:lnTo>
                <a:lnTo>
                  <a:pt x="4637007" y="5921477"/>
                </a:lnTo>
                <a:lnTo>
                  <a:pt x="0" y="59434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3FF0AFA9-6C50-D812-1CDF-5F87A720C76F}"/>
              </a:ext>
            </a:extLst>
          </p:cNvPr>
          <p:cNvSpPr/>
          <p:nvPr userDrawn="1"/>
        </p:nvSpPr>
        <p:spPr>
          <a:xfrm>
            <a:off x="10737389" y="2279176"/>
            <a:ext cx="1454611" cy="3940647"/>
          </a:xfrm>
          <a:custGeom>
            <a:avLst/>
            <a:gdLst>
              <a:gd name="connsiteX0" fmla="*/ 0 w 2661492"/>
              <a:gd name="connsiteY0" fmla="*/ 0 h 5483224"/>
              <a:gd name="connsiteX1" fmla="*/ 2661492 w 2661492"/>
              <a:gd name="connsiteY1" fmla="*/ 0 h 5483224"/>
              <a:gd name="connsiteX2" fmla="*/ 2661492 w 2661492"/>
              <a:gd name="connsiteY2" fmla="*/ 5483224 h 5483224"/>
              <a:gd name="connsiteX3" fmla="*/ 0 w 2661492"/>
              <a:gd name="connsiteY3" fmla="*/ 5483224 h 5483224"/>
              <a:gd name="connsiteX4" fmla="*/ 0 w 2661492"/>
              <a:gd name="connsiteY4" fmla="*/ 0 h 5483224"/>
              <a:gd name="connsiteX0" fmla="*/ 2354239 w 2661492"/>
              <a:gd name="connsiteY0" fmla="*/ 709684 h 5483224"/>
              <a:gd name="connsiteX1" fmla="*/ 2661492 w 2661492"/>
              <a:gd name="connsiteY1" fmla="*/ 0 h 5483224"/>
              <a:gd name="connsiteX2" fmla="*/ 2661492 w 2661492"/>
              <a:gd name="connsiteY2" fmla="*/ 5483224 h 5483224"/>
              <a:gd name="connsiteX3" fmla="*/ 0 w 2661492"/>
              <a:gd name="connsiteY3" fmla="*/ 5483224 h 5483224"/>
              <a:gd name="connsiteX4" fmla="*/ 2354239 w 2661492"/>
              <a:gd name="connsiteY4" fmla="*/ 709684 h 548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1492" h="5483224">
                <a:moveTo>
                  <a:pt x="2354239" y="709684"/>
                </a:moveTo>
                <a:lnTo>
                  <a:pt x="2661492" y="0"/>
                </a:lnTo>
                <a:lnTo>
                  <a:pt x="2661492" y="5483224"/>
                </a:lnTo>
                <a:lnTo>
                  <a:pt x="0" y="5483224"/>
                </a:lnTo>
                <a:lnTo>
                  <a:pt x="2354239" y="709684"/>
                </a:lnTo>
                <a:close/>
              </a:path>
            </a:pathLst>
          </a:custGeom>
          <a:solidFill>
            <a:srgbClr val="0EF2B2"/>
          </a:solidFill>
          <a:ln>
            <a:solidFill>
              <a:srgbClr val="0EF2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EC4AE-0E7C-4CAA-990A-600C47283B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799" y="2336800"/>
            <a:ext cx="4150800" cy="1325880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tx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1853F-D752-4764-9739-CA18B7FD3A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800" y="3784599"/>
            <a:ext cx="4150800" cy="12064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7495A34-AD56-4356-B737-E79362E091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800" y="5415844"/>
            <a:ext cx="4151313" cy="7999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>
              <a:spcBef>
                <a:spcPts val="0"/>
              </a:spcBef>
            </a:pPr>
            <a:r>
              <a:rPr lang="en-US"/>
              <a:t>Date</a:t>
            </a:r>
            <a:endParaRPr lang="en-GB"/>
          </a:p>
          <a:p>
            <a:pPr lvl="0"/>
            <a:endParaRPr lang="en-GB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D6E94EB-F454-4CE9-96A8-BC31C3F39C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800" y="5113015"/>
            <a:ext cx="4150800" cy="302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Presenter | Position</a:t>
            </a:r>
            <a:endParaRPr lang="en-GB"/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45342212-FF19-7974-04B8-C5D82E86EB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00" y="1026000"/>
            <a:ext cx="1005817" cy="100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7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226">
          <p15:clr>
            <a:srgbClr val="FBAE40"/>
          </p15:clr>
        </p15:guide>
        <p15:guide id="3" pos="6720">
          <p15:clr>
            <a:srgbClr val="FBAE40"/>
          </p15:clr>
        </p15:guide>
        <p15:guide id="4" orient="horz" pos="163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example"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4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FDEB2B4-52C8-2841-80D9-9688A38B966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086"/>
          <a:stretch/>
        </p:blipFill>
        <p:spPr>
          <a:xfrm>
            <a:off x="16080" y="-659034"/>
            <a:ext cx="10547884" cy="82481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DEC4AE-0E7C-4CAA-990A-600C47283B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800" y="550800"/>
            <a:ext cx="7840588" cy="563133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tx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/>
              <a:t>Contents or agenda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1853F-D752-4764-9739-CA18B7FD3A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800" y="1177200"/>
            <a:ext cx="7840800" cy="3247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if needed 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07121-EE4E-4928-A664-0A370A1BBB7B}"/>
              </a:ext>
            </a:extLst>
          </p:cNvPr>
          <p:cNvSpPr/>
          <p:nvPr userDrawn="1"/>
        </p:nvSpPr>
        <p:spPr>
          <a:xfrm>
            <a:off x="0" y="6233458"/>
            <a:ext cx="12192000" cy="62454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4E26136B-C2F5-4B19-9403-F005BA08536A}"/>
              </a:ext>
            </a:extLst>
          </p:cNvPr>
          <p:cNvSpPr/>
          <p:nvPr userDrawn="1"/>
        </p:nvSpPr>
        <p:spPr>
          <a:xfrm>
            <a:off x="11952940" y="6233458"/>
            <a:ext cx="239059" cy="624541"/>
          </a:xfrm>
          <a:custGeom>
            <a:avLst/>
            <a:gdLst>
              <a:gd name="connsiteX0" fmla="*/ 0 w 2661492"/>
              <a:gd name="connsiteY0" fmla="*/ 0 h 5483224"/>
              <a:gd name="connsiteX1" fmla="*/ 2661492 w 2661492"/>
              <a:gd name="connsiteY1" fmla="*/ 0 h 5483224"/>
              <a:gd name="connsiteX2" fmla="*/ 2661492 w 2661492"/>
              <a:gd name="connsiteY2" fmla="*/ 5483224 h 5483224"/>
              <a:gd name="connsiteX3" fmla="*/ 0 w 2661492"/>
              <a:gd name="connsiteY3" fmla="*/ 5483224 h 5483224"/>
              <a:gd name="connsiteX4" fmla="*/ 0 w 2661492"/>
              <a:gd name="connsiteY4" fmla="*/ 0 h 5483224"/>
              <a:gd name="connsiteX0" fmla="*/ 2354239 w 2661492"/>
              <a:gd name="connsiteY0" fmla="*/ 709684 h 5483224"/>
              <a:gd name="connsiteX1" fmla="*/ 2661492 w 2661492"/>
              <a:gd name="connsiteY1" fmla="*/ 0 h 5483224"/>
              <a:gd name="connsiteX2" fmla="*/ 2661492 w 2661492"/>
              <a:gd name="connsiteY2" fmla="*/ 5483224 h 5483224"/>
              <a:gd name="connsiteX3" fmla="*/ 0 w 2661492"/>
              <a:gd name="connsiteY3" fmla="*/ 5483224 h 5483224"/>
              <a:gd name="connsiteX4" fmla="*/ 2354239 w 2661492"/>
              <a:gd name="connsiteY4" fmla="*/ 709684 h 548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1492" h="5483224">
                <a:moveTo>
                  <a:pt x="2354239" y="709684"/>
                </a:moveTo>
                <a:lnTo>
                  <a:pt x="2661492" y="0"/>
                </a:lnTo>
                <a:lnTo>
                  <a:pt x="2661492" y="5483224"/>
                </a:lnTo>
                <a:lnTo>
                  <a:pt x="0" y="5483224"/>
                </a:lnTo>
                <a:lnTo>
                  <a:pt x="2354239" y="709684"/>
                </a:lnTo>
                <a:close/>
              </a:path>
            </a:pathLst>
          </a:custGeom>
          <a:solidFill>
            <a:srgbClr val="0EF2B2"/>
          </a:solidFill>
          <a:ln>
            <a:solidFill>
              <a:srgbClr val="0EF2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489550F-6703-6AFA-7772-364FDA4B7F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53800" y="6419728"/>
            <a:ext cx="574848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47BF0F-D467-6328-96AA-96533ECDE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800" y="2323767"/>
            <a:ext cx="6786339" cy="3280967"/>
          </a:xfrm>
        </p:spPr>
        <p:txBody>
          <a:bodyPr numCol="2" spcCol="442800"/>
          <a:lstStyle>
            <a:lvl1pPr marL="0" indent="0">
              <a:spcBef>
                <a:spcPts val="1000"/>
              </a:spcBef>
              <a:buFontTx/>
              <a:buNone/>
              <a:tabLst>
                <a:tab pos="358775" algn="l"/>
                <a:tab pos="536575" algn="l"/>
              </a:tabLst>
              <a:defRPr sz="1600">
                <a:solidFill>
                  <a:schemeClr val="tx1"/>
                </a:solidFill>
              </a:defRPr>
            </a:lvl1pPr>
            <a:lvl2pPr marL="180000" indent="0">
              <a:spcBef>
                <a:spcPts val="100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355600" indent="0">
              <a:spcBef>
                <a:spcPts val="100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541338" indent="0">
              <a:spcBef>
                <a:spcPts val="100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719138" indent="0">
              <a:spcBef>
                <a:spcPts val="100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Section 01	Title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3B7226A-983C-DFD5-770D-B1B86C7715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here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77E4BA6D-EEE1-D951-DC9A-C17EA55B6A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06" b="20606"/>
          <a:stretch/>
        </p:blipFill>
        <p:spPr>
          <a:xfrm>
            <a:off x="293266" y="6312694"/>
            <a:ext cx="808547" cy="47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92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7E383227-7DF5-C7DD-29E0-86C04726F68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42818" y="-1"/>
            <a:ext cx="7749182" cy="6864380"/>
          </a:xfrm>
          <a:custGeom>
            <a:avLst/>
            <a:gdLst>
              <a:gd name="connsiteX0" fmla="*/ 2581927 w 7749182"/>
              <a:gd name="connsiteY0" fmla="*/ 0 h 6864380"/>
              <a:gd name="connsiteX1" fmla="*/ 7749182 w 7749182"/>
              <a:gd name="connsiteY1" fmla="*/ 0 h 6864380"/>
              <a:gd name="connsiteX2" fmla="*/ 7749182 w 7749182"/>
              <a:gd name="connsiteY2" fmla="*/ 2279180 h 6864380"/>
              <a:gd name="connsiteX3" fmla="*/ 7553790 w 7749182"/>
              <a:gd name="connsiteY3" fmla="*/ 2872632 h 6864380"/>
              <a:gd name="connsiteX4" fmla="*/ 6056647 w 7749182"/>
              <a:gd name="connsiteY4" fmla="*/ 6864380 h 6864380"/>
              <a:gd name="connsiteX5" fmla="*/ 0 w 7749182"/>
              <a:gd name="connsiteY5" fmla="*/ 6864380 h 6864380"/>
              <a:gd name="connsiteX6" fmla="*/ 805903 w 7749182"/>
              <a:gd name="connsiteY6" fmla="*/ 4781249 h 6864380"/>
              <a:gd name="connsiteX7" fmla="*/ 2458111 w 7749182"/>
              <a:gd name="connsiteY7" fmla="*/ 376057 h 686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9182" h="6864380">
                <a:moveTo>
                  <a:pt x="2581927" y="0"/>
                </a:moveTo>
                <a:lnTo>
                  <a:pt x="7749182" y="0"/>
                </a:lnTo>
                <a:lnTo>
                  <a:pt x="7749182" y="2279180"/>
                </a:lnTo>
                <a:lnTo>
                  <a:pt x="7553790" y="2872632"/>
                </a:lnTo>
                <a:lnTo>
                  <a:pt x="6056647" y="6864380"/>
                </a:lnTo>
                <a:lnTo>
                  <a:pt x="0" y="6864380"/>
                </a:lnTo>
                <a:lnTo>
                  <a:pt x="805903" y="4781249"/>
                </a:lnTo>
                <a:lnTo>
                  <a:pt x="2458111" y="37605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384218E-2CDB-E5F5-40A4-C06A011643DE}"/>
              </a:ext>
            </a:extLst>
          </p:cNvPr>
          <p:cNvSpPr/>
          <p:nvPr userDrawn="1"/>
        </p:nvSpPr>
        <p:spPr>
          <a:xfrm>
            <a:off x="0" y="0"/>
            <a:ext cx="7013985" cy="6860392"/>
          </a:xfrm>
          <a:custGeom>
            <a:avLst/>
            <a:gdLst>
              <a:gd name="connsiteX0" fmla="*/ 0 w 7013985"/>
              <a:gd name="connsiteY0" fmla="*/ 0 h 6860392"/>
              <a:gd name="connsiteX1" fmla="*/ 7013985 w 7013985"/>
              <a:gd name="connsiteY1" fmla="*/ 0 h 6860392"/>
              <a:gd name="connsiteX2" fmla="*/ 6891655 w 7013985"/>
              <a:gd name="connsiteY2" fmla="*/ 371545 h 6860392"/>
              <a:gd name="connsiteX3" fmla="*/ 5259273 w 7013985"/>
              <a:gd name="connsiteY3" fmla="*/ 4723876 h 6860392"/>
              <a:gd name="connsiteX4" fmla="*/ 4440849 w 7013985"/>
              <a:gd name="connsiteY4" fmla="*/ 6839372 h 6860392"/>
              <a:gd name="connsiteX5" fmla="*/ 0 w 7013985"/>
              <a:gd name="connsiteY5" fmla="*/ 6860392 h 6860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3985" h="6860392">
                <a:moveTo>
                  <a:pt x="0" y="0"/>
                </a:moveTo>
                <a:lnTo>
                  <a:pt x="7013985" y="0"/>
                </a:lnTo>
                <a:lnTo>
                  <a:pt x="6891655" y="371545"/>
                </a:lnTo>
                <a:lnTo>
                  <a:pt x="5259273" y="4723876"/>
                </a:lnTo>
                <a:lnTo>
                  <a:pt x="4440849" y="6839372"/>
                </a:lnTo>
                <a:lnTo>
                  <a:pt x="0" y="6860392"/>
                </a:lnTo>
                <a:close/>
              </a:path>
            </a:pathLst>
          </a:custGeom>
          <a:solidFill>
            <a:srgbClr val="0F1232"/>
          </a:solidFill>
          <a:ln>
            <a:solidFill>
              <a:srgbClr val="0F1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D8C95E26-4D17-4048-2F94-224FF0192DDC}"/>
              </a:ext>
            </a:extLst>
          </p:cNvPr>
          <p:cNvSpPr/>
          <p:nvPr userDrawn="1"/>
        </p:nvSpPr>
        <p:spPr>
          <a:xfrm>
            <a:off x="10499465" y="2279177"/>
            <a:ext cx="1692536" cy="4585203"/>
          </a:xfrm>
          <a:custGeom>
            <a:avLst/>
            <a:gdLst>
              <a:gd name="connsiteX0" fmla="*/ 0 w 2661492"/>
              <a:gd name="connsiteY0" fmla="*/ 0 h 5483224"/>
              <a:gd name="connsiteX1" fmla="*/ 2661492 w 2661492"/>
              <a:gd name="connsiteY1" fmla="*/ 0 h 5483224"/>
              <a:gd name="connsiteX2" fmla="*/ 2661492 w 2661492"/>
              <a:gd name="connsiteY2" fmla="*/ 5483224 h 5483224"/>
              <a:gd name="connsiteX3" fmla="*/ 0 w 2661492"/>
              <a:gd name="connsiteY3" fmla="*/ 5483224 h 5483224"/>
              <a:gd name="connsiteX4" fmla="*/ 0 w 2661492"/>
              <a:gd name="connsiteY4" fmla="*/ 0 h 5483224"/>
              <a:gd name="connsiteX0" fmla="*/ 2354239 w 2661492"/>
              <a:gd name="connsiteY0" fmla="*/ 709684 h 5483224"/>
              <a:gd name="connsiteX1" fmla="*/ 2661492 w 2661492"/>
              <a:gd name="connsiteY1" fmla="*/ 0 h 5483224"/>
              <a:gd name="connsiteX2" fmla="*/ 2661492 w 2661492"/>
              <a:gd name="connsiteY2" fmla="*/ 5483224 h 5483224"/>
              <a:gd name="connsiteX3" fmla="*/ 0 w 2661492"/>
              <a:gd name="connsiteY3" fmla="*/ 5483224 h 5483224"/>
              <a:gd name="connsiteX4" fmla="*/ 2354239 w 2661492"/>
              <a:gd name="connsiteY4" fmla="*/ 709684 h 548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1492" h="5483224">
                <a:moveTo>
                  <a:pt x="2354239" y="709684"/>
                </a:moveTo>
                <a:lnTo>
                  <a:pt x="2661492" y="0"/>
                </a:lnTo>
                <a:lnTo>
                  <a:pt x="2661492" y="5483224"/>
                </a:lnTo>
                <a:lnTo>
                  <a:pt x="0" y="5483224"/>
                </a:lnTo>
                <a:lnTo>
                  <a:pt x="2354239" y="709684"/>
                </a:lnTo>
                <a:close/>
              </a:path>
            </a:pathLst>
          </a:custGeom>
          <a:solidFill>
            <a:srgbClr val="0EF2B2"/>
          </a:solidFill>
          <a:ln>
            <a:solidFill>
              <a:srgbClr val="0EF2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0F3AB85-3CC8-48C2-830C-829F58CB3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800" y="2336800"/>
            <a:ext cx="4150359" cy="1325880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tx2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/>
              <a:t>Section divider slide</a:t>
            </a:r>
            <a:endParaRPr lang="en-GB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D7767E4-9E48-4880-A3AA-6BBE07E67C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800" y="3784599"/>
            <a:ext cx="4150360" cy="12064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29A1A81-67FF-47E5-8CC2-7EC0D8878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800" y="1815534"/>
            <a:ext cx="4150359" cy="306871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Lato Black" panose="020F0A02020204030203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Section 01</a:t>
            </a:r>
            <a:endParaRPr lang="en-GB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09C589E-B59E-011C-1538-870E05CB3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06" b="20606"/>
          <a:stretch/>
        </p:blipFill>
        <p:spPr>
          <a:xfrm>
            <a:off x="293266" y="6312694"/>
            <a:ext cx="808547" cy="47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55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new layou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7E383227-7DF5-C7DD-29E0-86C04726F68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42817" y="-1"/>
            <a:ext cx="7749923" cy="6864380"/>
          </a:xfrm>
          <a:custGeom>
            <a:avLst/>
            <a:gdLst>
              <a:gd name="connsiteX0" fmla="*/ 2581927 w 7749182"/>
              <a:gd name="connsiteY0" fmla="*/ 0 h 6864380"/>
              <a:gd name="connsiteX1" fmla="*/ 7749182 w 7749182"/>
              <a:gd name="connsiteY1" fmla="*/ 0 h 6864380"/>
              <a:gd name="connsiteX2" fmla="*/ 7749182 w 7749182"/>
              <a:gd name="connsiteY2" fmla="*/ 2279180 h 6864380"/>
              <a:gd name="connsiteX3" fmla="*/ 7553790 w 7749182"/>
              <a:gd name="connsiteY3" fmla="*/ 2872632 h 6864380"/>
              <a:gd name="connsiteX4" fmla="*/ 6056647 w 7749182"/>
              <a:gd name="connsiteY4" fmla="*/ 6864380 h 6864380"/>
              <a:gd name="connsiteX5" fmla="*/ 0 w 7749182"/>
              <a:gd name="connsiteY5" fmla="*/ 6864380 h 6864380"/>
              <a:gd name="connsiteX6" fmla="*/ 805903 w 7749182"/>
              <a:gd name="connsiteY6" fmla="*/ 4781249 h 6864380"/>
              <a:gd name="connsiteX7" fmla="*/ 2458111 w 7749182"/>
              <a:gd name="connsiteY7" fmla="*/ 376057 h 6864380"/>
              <a:gd name="connsiteX0" fmla="*/ 2581927 w 7749182"/>
              <a:gd name="connsiteY0" fmla="*/ 0 h 6864380"/>
              <a:gd name="connsiteX1" fmla="*/ 7749182 w 7749182"/>
              <a:gd name="connsiteY1" fmla="*/ 0 h 6864380"/>
              <a:gd name="connsiteX2" fmla="*/ 7749182 w 7749182"/>
              <a:gd name="connsiteY2" fmla="*/ 2279180 h 6864380"/>
              <a:gd name="connsiteX3" fmla="*/ 6056647 w 7749182"/>
              <a:gd name="connsiteY3" fmla="*/ 6864380 h 6864380"/>
              <a:gd name="connsiteX4" fmla="*/ 0 w 7749182"/>
              <a:gd name="connsiteY4" fmla="*/ 6864380 h 6864380"/>
              <a:gd name="connsiteX5" fmla="*/ 805903 w 7749182"/>
              <a:gd name="connsiteY5" fmla="*/ 4781249 h 6864380"/>
              <a:gd name="connsiteX6" fmla="*/ 2458111 w 7749182"/>
              <a:gd name="connsiteY6" fmla="*/ 376057 h 6864380"/>
              <a:gd name="connsiteX7" fmla="*/ 2581927 w 7749182"/>
              <a:gd name="connsiteY7" fmla="*/ 0 h 6864380"/>
              <a:gd name="connsiteX0" fmla="*/ 2581927 w 7765704"/>
              <a:gd name="connsiteY0" fmla="*/ 0 h 6864380"/>
              <a:gd name="connsiteX1" fmla="*/ 7749182 w 7765704"/>
              <a:gd name="connsiteY1" fmla="*/ 0 h 6864380"/>
              <a:gd name="connsiteX2" fmla="*/ 7749182 w 7765704"/>
              <a:gd name="connsiteY2" fmla="*/ 2279180 h 6864380"/>
              <a:gd name="connsiteX3" fmla="*/ 7765704 w 7765704"/>
              <a:gd name="connsiteY3" fmla="*/ 6842609 h 6864380"/>
              <a:gd name="connsiteX4" fmla="*/ 0 w 7765704"/>
              <a:gd name="connsiteY4" fmla="*/ 6864380 h 6864380"/>
              <a:gd name="connsiteX5" fmla="*/ 805903 w 7765704"/>
              <a:gd name="connsiteY5" fmla="*/ 4781249 h 6864380"/>
              <a:gd name="connsiteX6" fmla="*/ 2458111 w 7765704"/>
              <a:gd name="connsiteY6" fmla="*/ 376057 h 6864380"/>
              <a:gd name="connsiteX7" fmla="*/ 2581927 w 7765704"/>
              <a:gd name="connsiteY7" fmla="*/ 0 h 6864380"/>
              <a:gd name="connsiteX0" fmla="*/ 2581927 w 7765704"/>
              <a:gd name="connsiteY0" fmla="*/ 0 h 6864380"/>
              <a:gd name="connsiteX1" fmla="*/ 7749182 w 7765704"/>
              <a:gd name="connsiteY1" fmla="*/ 0 h 6864380"/>
              <a:gd name="connsiteX2" fmla="*/ 7765704 w 7765704"/>
              <a:gd name="connsiteY2" fmla="*/ 6842609 h 6864380"/>
              <a:gd name="connsiteX3" fmla="*/ 0 w 7765704"/>
              <a:gd name="connsiteY3" fmla="*/ 6864380 h 6864380"/>
              <a:gd name="connsiteX4" fmla="*/ 805903 w 7765704"/>
              <a:gd name="connsiteY4" fmla="*/ 4781249 h 6864380"/>
              <a:gd name="connsiteX5" fmla="*/ 2458111 w 7765704"/>
              <a:gd name="connsiteY5" fmla="*/ 376057 h 6864380"/>
              <a:gd name="connsiteX6" fmla="*/ 2581927 w 7765704"/>
              <a:gd name="connsiteY6" fmla="*/ 0 h 6864380"/>
              <a:gd name="connsiteX0" fmla="*/ 2581927 w 7749923"/>
              <a:gd name="connsiteY0" fmla="*/ 0 h 6864380"/>
              <a:gd name="connsiteX1" fmla="*/ 7749182 w 7749923"/>
              <a:gd name="connsiteY1" fmla="*/ 0 h 6864380"/>
              <a:gd name="connsiteX2" fmla="*/ 7733047 w 7749923"/>
              <a:gd name="connsiteY2" fmla="*/ 6820837 h 6864380"/>
              <a:gd name="connsiteX3" fmla="*/ 0 w 7749923"/>
              <a:gd name="connsiteY3" fmla="*/ 6864380 h 6864380"/>
              <a:gd name="connsiteX4" fmla="*/ 805903 w 7749923"/>
              <a:gd name="connsiteY4" fmla="*/ 4781249 h 6864380"/>
              <a:gd name="connsiteX5" fmla="*/ 2458111 w 7749923"/>
              <a:gd name="connsiteY5" fmla="*/ 376057 h 6864380"/>
              <a:gd name="connsiteX6" fmla="*/ 2581927 w 7749923"/>
              <a:gd name="connsiteY6" fmla="*/ 0 h 6864380"/>
              <a:gd name="connsiteX0" fmla="*/ 2581927 w 7749923"/>
              <a:gd name="connsiteY0" fmla="*/ 0 h 6864380"/>
              <a:gd name="connsiteX1" fmla="*/ 7749182 w 7749923"/>
              <a:gd name="connsiteY1" fmla="*/ 0 h 6864380"/>
              <a:gd name="connsiteX2" fmla="*/ 7733047 w 7749923"/>
              <a:gd name="connsiteY2" fmla="*/ 6820837 h 6864380"/>
              <a:gd name="connsiteX3" fmla="*/ 0 w 7749923"/>
              <a:gd name="connsiteY3" fmla="*/ 6864380 h 6864380"/>
              <a:gd name="connsiteX4" fmla="*/ 805903 w 7749923"/>
              <a:gd name="connsiteY4" fmla="*/ 4781249 h 6864380"/>
              <a:gd name="connsiteX5" fmla="*/ 2458111 w 7749923"/>
              <a:gd name="connsiteY5" fmla="*/ 376057 h 6864380"/>
              <a:gd name="connsiteX6" fmla="*/ 2581927 w 7749923"/>
              <a:gd name="connsiteY6" fmla="*/ 0 h 6864380"/>
              <a:gd name="connsiteX0" fmla="*/ 2581927 w 7749923"/>
              <a:gd name="connsiteY0" fmla="*/ 0 h 6864380"/>
              <a:gd name="connsiteX1" fmla="*/ 7749182 w 7749923"/>
              <a:gd name="connsiteY1" fmla="*/ 0 h 6864380"/>
              <a:gd name="connsiteX2" fmla="*/ 7733047 w 7749923"/>
              <a:gd name="connsiteY2" fmla="*/ 6820837 h 6864380"/>
              <a:gd name="connsiteX3" fmla="*/ 0 w 7749923"/>
              <a:gd name="connsiteY3" fmla="*/ 6864380 h 6864380"/>
              <a:gd name="connsiteX4" fmla="*/ 805903 w 7749923"/>
              <a:gd name="connsiteY4" fmla="*/ 4781249 h 6864380"/>
              <a:gd name="connsiteX5" fmla="*/ 2458111 w 7749923"/>
              <a:gd name="connsiteY5" fmla="*/ 376057 h 6864380"/>
              <a:gd name="connsiteX6" fmla="*/ 2581927 w 7749923"/>
              <a:gd name="connsiteY6" fmla="*/ 0 h 6864380"/>
              <a:gd name="connsiteX0" fmla="*/ 2581927 w 7749923"/>
              <a:gd name="connsiteY0" fmla="*/ 0 h 6864380"/>
              <a:gd name="connsiteX1" fmla="*/ 7749182 w 7749923"/>
              <a:gd name="connsiteY1" fmla="*/ 0 h 6864380"/>
              <a:gd name="connsiteX2" fmla="*/ 7733047 w 7749923"/>
              <a:gd name="connsiteY2" fmla="*/ 6820837 h 6864380"/>
              <a:gd name="connsiteX3" fmla="*/ 0 w 7749923"/>
              <a:gd name="connsiteY3" fmla="*/ 6864380 h 6864380"/>
              <a:gd name="connsiteX4" fmla="*/ 805903 w 7749923"/>
              <a:gd name="connsiteY4" fmla="*/ 4781249 h 6864380"/>
              <a:gd name="connsiteX5" fmla="*/ 2458111 w 7749923"/>
              <a:gd name="connsiteY5" fmla="*/ 376057 h 6864380"/>
              <a:gd name="connsiteX6" fmla="*/ 2581927 w 7749923"/>
              <a:gd name="connsiteY6" fmla="*/ 0 h 6864380"/>
              <a:gd name="connsiteX0" fmla="*/ 2581927 w 7749923"/>
              <a:gd name="connsiteY0" fmla="*/ 0 h 6864380"/>
              <a:gd name="connsiteX1" fmla="*/ 7749182 w 7749923"/>
              <a:gd name="connsiteY1" fmla="*/ 0 h 6864380"/>
              <a:gd name="connsiteX2" fmla="*/ 7733047 w 7749923"/>
              <a:gd name="connsiteY2" fmla="*/ 6853494 h 6864380"/>
              <a:gd name="connsiteX3" fmla="*/ 0 w 7749923"/>
              <a:gd name="connsiteY3" fmla="*/ 6864380 h 6864380"/>
              <a:gd name="connsiteX4" fmla="*/ 805903 w 7749923"/>
              <a:gd name="connsiteY4" fmla="*/ 4781249 h 6864380"/>
              <a:gd name="connsiteX5" fmla="*/ 2458111 w 7749923"/>
              <a:gd name="connsiteY5" fmla="*/ 376057 h 6864380"/>
              <a:gd name="connsiteX6" fmla="*/ 2581927 w 7749923"/>
              <a:gd name="connsiteY6" fmla="*/ 0 h 6864380"/>
              <a:gd name="connsiteX0" fmla="*/ 2581927 w 7749923"/>
              <a:gd name="connsiteY0" fmla="*/ 0 h 6864380"/>
              <a:gd name="connsiteX1" fmla="*/ 7749182 w 7749923"/>
              <a:gd name="connsiteY1" fmla="*/ 0 h 6864380"/>
              <a:gd name="connsiteX2" fmla="*/ 7733047 w 7749923"/>
              <a:gd name="connsiteY2" fmla="*/ 6853494 h 6864380"/>
              <a:gd name="connsiteX3" fmla="*/ 0 w 7749923"/>
              <a:gd name="connsiteY3" fmla="*/ 6864380 h 6864380"/>
              <a:gd name="connsiteX4" fmla="*/ 805903 w 7749923"/>
              <a:gd name="connsiteY4" fmla="*/ 4781249 h 6864380"/>
              <a:gd name="connsiteX5" fmla="*/ 2581927 w 7749923"/>
              <a:gd name="connsiteY5" fmla="*/ 0 h 6864380"/>
              <a:gd name="connsiteX0" fmla="*/ 2581927 w 7749923"/>
              <a:gd name="connsiteY0" fmla="*/ 0 h 6864380"/>
              <a:gd name="connsiteX1" fmla="*/ 7749182 w 7749923"/>
              <a:gd name="connsiteY1" fmla="*/ 0 h 6864380"/>
              <a:gd name="connsiteX2" fmla="*/ 7733047 w 7749923"/>
              <a:gd name="connsiteY2" fmla="*/ 6853494 h 6864380"/>
              <a:gd name="connsiteX3" fmla="*/ 0 w 7749923"/>
              <a:gd name="connsiteY3" fmla="*/ 6864380 h 6864380"/>
              <a:gd name="connsiteX4" fmla="*/ 2581927 w 7749923"/>
              <a:gd name="connsiteY4" fmla="*/ 0 h 686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49923" h="6864380">
                <a:moveTo>
                  <a:pt x="2581927" y="0"/>
                </a:moveTo>
                <a:lnTo>
                  <a:pt x="7749182" y="0"/>
                </a:lnTo>
                <a:cubicBezTo>
                  <a:pt x="7754689" y="2280870"/>
                  <a:pt x="7727540" y="4572624"/>
                  <a:pt x="7733047" y="6853494"/>
                </a:cubicBezTo>
                <a:lnTo>
                  <a:pt x="0" y="6864380"/>
                </a:lnTo>
                <a:lnTo>
                  <a:pt x="2581927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384218E-2CDB-E5F5-40A4-C06A011643DE}"/>
              </a:ext>
            </a:extLst>
          </p:cNvPr>
          <p:cNvSpPr/>
          <p:nvPr userDrawn="1"/>
        </p:nvSpPr>
        <p:spPr>
          <a:xfrm>
            <a:off x="0" y="0"/>
            <a:ext cx="7013985" cy="6860392"/>
          </a:xfrm>
          <a:custGeom>
            <a:avLst/>
            <a:gdLst>
              <a:gd name="connsiteX0" fmla="*/ 0 w 7013985"/>
              <a:gd name="connsiteY0" fmla="*/ 0 h 6860392"/>
              <a:gd name="connsiteX1" fmla="*/ 7013985 w 7013985"/>
              <a:gd name="connsiteY1" fmla="*/ 0 h 6860392"/>
              <a:gd name="connsiteX2" fmla="*/ 6891655 w 7013985"/>
              <a:gd name="connsiteY2" fmla="*/ 371545 h 6860392"/>
              <a:gd name="connsiteX3" fmla="*/ 5259273 w 7013985"/>
              <a:gd name="connsiteY3" fmla="*/ 4723876 h 6860392"/>
              <a:gd name="connsiteX4" fmla="*/ 4440849 w 7013985"/>
              <a:gd name="connsiteY4" fmla="*/ 6839372 h 6860392"/>
              <a:gd name="connsiteX5" fmla="*/ 0 w 7013985"/>
              <a:gd name="connsiteY5" fmla="*/ 6860392 h 6860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3985" h="6860392">
                <a:moveTo>
                  <a:pt x="0" y="0"/>
                </a:moveTo>
                <a:lnTo>
                  <a:pt x="7013985" y="0"/>
                </a:lnTo>
                <a:lnTo>
                  <a:pt x="6891655" y="371545"/>
                </a:lnTo>
                <a:lnTo>
                  <a:pt x="5259273" y="4723876"/>
                </a:lnTo>
                <a:lnTo>
                  <a:pt x="4440849" y="6839372"/>
                </a:lnTo>
                <a:lnTo>
                  <a:pt x="0" y="6860392"/>
                </a:lnTo>
                <a:close/>
              </a:path>
            </a:pathLst>
          </a:custGeom>
          <a:solidFill>
            <a:srgbClr val="0F1232"/>
          </a:solidFill>
          <a:ln>
            <a:solidFill>
              <a:srgbClr val="0F1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09C589E-B59E-011C-1538-870E05CB3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06" b="20606"/>
          <a:stretch/>
        </p:blipFill>
        <p:spPr>
          <a:xfrm>
            <a:off x="293266" y="6312694"/>
            <a:ext cx="808547" cy="47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32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CC5C-3FEF-2944-4935-F8D567DB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9275"/>
            <a:ext cx="10908000" cy="5762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C7A9F-A083-A4BE-0535-4C4500787C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Presentation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1FE26-CE46-21B0-4B98-16FBDEC709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FF4FAEA-F559-D5E5-64E9-4EADEF4A8DD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1324" y="1844675"/>
            <a:ext cx="10910889" cy="403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B9252C-49FE-FF91-6A7D-A67F162130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" y="1177201"/>
            <a:ext cx="10909299" cy="29659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659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CC5C-3FEF-2944-4935-F8D567DB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9275"/>
            <a:ext cx="10908000" cy="5762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C7A9F-A083-A4BE-0535-4C4500787C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Presentation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1FE26-CE46-21B0-4B98-16FBDEC709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FF4FAEA-F559-D5E5-64E9-4EADEF4A8DD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1325" y="1844675"/>
            <a:ext cx="6213600" cy="403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B9252C-49FE-FF91-6A7D-A67F162130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" y="1177201"/>
            <a:ext cx="10909299" cy="29659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580310-33E5-8F6E-A990-F15F32E29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4714" y="1844675"/>
            <a:ext cx="3857499" cy="40322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100"/>
              </a:spcBef>
              <a:buFontTx/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Callout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173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CC5C-3FEF-2944-4935-F8D567DB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4" y="549275"/>
            <a:ext cx="6212012" cy="5762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C7A9F-A083-A4BE-0535-4C4500787C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Presentation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1FE26-CE46-21B0-4B98-16FBDEC709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FF4FAEA-F559-D5E5-64E9-4EADEF4A8DD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1325" y="1844675"/>
            <a:ext cx="6213600" cy="403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B9252C-49FE-FF91-6A7D-A67F162130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3" y="1177201"/>
            <a:ext cx="6211108" cy="29659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98E9258-05F1-F8D0-7FF8-0003A6BE9C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80960" y="1844675"/>
            <a:ext cx="4068128" cy="2410062"/>
          </a:xfrm>
          <a:prstGeom prst="rect">
            <a:avLst/>
          </a:prstGeom>
        </p:spPr>
        <p:txBody>
          <a:bodyPr numCol="1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Quote to go here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99FD521-9DE8-4336-863A-F17C3F1BAA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0" y="1177201"/>
            <a:ext cx="689774" cy="54548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F3FFD1-B3E6-2982-7440-428444AFC5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80177" y="4376726"/>
            <a:ext cx="4068912" cy="252000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</a:lstStyle>
          <a:p>
            <a:pPr lvl="0"/>
            <a:r>
              <a:rPr lang="en-US"/>
              <a:t>Name | Job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710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CC5C-3FEF-2944-4935-F8D567DB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9275"/>
            <a:ext cx="6486599" cy="5762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C7A9F-A083-A4BE-0535-4C4500787C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Presentation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1FE26-CE46-21B0-4B98-16FBDEC709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FF4FAEA-F559-D5E5-64E9-4EADEF4A8DD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1326" y="1844675"/>
            <a:ext cx="6486599" cy="403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B9252C-49FE-FF91-6A7D-A67F162130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" y="1177201"/>
            <a:ext cx="6485655" cy="29659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EF864AD-0972-2E36-AF3E-04E6D58FB2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82400" y="0"/>
            <a:ext cx="4809600" cy="62280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365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A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CC5C-3FEF-2944-4935-F8D567DB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9275"/>
            <a:ext cx="10909300" cy="5762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C7A9F-A083-A4BE-0535-4C4500787C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Presentation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1FE26-CE46-21B0-4B98-16FBDEC709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B9252C-49FE-FF91-6A7D-A67F162130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" y="1177201"/>
            <a:ext cx="10907712" cy="29659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892C6363-EE53-75C0-F9E1-C95C90A251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326" y="3289739"/>
            <a:ext cx="3474000" cy="258718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6BA65D-6C13-D5A8-4F67-3603A3DA6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5" y="2742133"/>
            <a:ext cx="3473999" cy="415464"/>
          </a:xfrm>
        </p:spPr>
        <p:txBody>
          <a:bodyPr/>
          <a:lstStyle>
            <a:lvl1pPr marL="0" indent="0">
              <a:buFontTx/>
              <a:buNone/>
              <a:defRPr sz="200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pPr lvl="0"/>
            <a:r>
              <a:rPr lang="en-US"/>
              <a:t>Click to edit </a:t>
            </a:r>
            <a:endParaRPr lang="en-GB"/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9A979A2F-F82D-4F00-D1A7-51CCBE637D0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58207" y="3289739"/>
            <a:ext cx="3474000" cy="258718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6230AF2-F58F-BD37-8608-3471627FA4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206" y="2742133"/>
            <a:ext cx="3473999" cy="415464"/>
          </a:xfrm>
        </p:spPr>
        <p:txBody>
          <a:bodyPr/>
          <a:lstStyle>
            <a:lvl1pPr marL="0" indent="0">
              <a:buFontTx/>
              <a:buNone/>
              <a:defRPr sz="200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pPr lvl="0"/>
            <a:r>
              <a:rPr lang="en-US"/>
              <a:t>Click to edit </a:t>
            </a:r>
            <a:endParaRPr lang="en-GB"/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4E1A8DDF-5EB5-7672-0F51-D7369C8DD62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75088" y="3289739"/>
            <a:ext cx="3474000" cy="258718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2FA5B28-5D80-4916-6AA4-F767394124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5087" y="2742133"/>
            <a:ext cx="3473999" cy="415464"/>
          </a:xfrm>
        </p:spPr>
        <p:txBody>
          <a:bodyPr/>
          <a:lstStyle>
            <a:lvl1pPr marL="0" indent="0">
              <a:buFontTx/>
              <a:buNone/>
              <a:defRPr sz="200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pPr lvl="0"/>
            <a:r>
              <a:rPr lang="en-US"/>
              <a:t>Click to edit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579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CC5C-3FEF-2944-4935-F8D567DB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9275"/>
            <a:ext cx="10909300" cy="5762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C7A9F-A083-A4BE-0535-4C4500787C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Presentation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1FE26-CE46-21B0-4B98-16FBDEC709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B9252C-49FE-FF91-6A7D-A67F162130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" y="1177201"/>
            <a:ext cx="10907712" cy="29659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316E534-E4CF-9DEE-5CF5-215867BD077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1326" y="1852332"/>
            <a:ext cx="5432400" cy="1796400"/>
          </a:xfrm>
          <a:custGeom>
            <a:avLst/>
            <a:gdLst>
              <a:gd name="connsiteX0" fmla="*/ 0 w 5432400"/>
              <a:gd name="connsiteY0" fmla="*/ 0 h 1796400"/>
              <a:gd name="connsiteX1" fmla="*/ 5432400 w 5432400"/>
              <a:gd name="connsiteY1" fmla="*/ 0 h 1796400"/>
              <a:gd name="connsiteX2" fmla="*/ 5432400 w 5432400"/>
              <a:gd name="connsiteY2" fmla="*/ 1366071 h 1796400"/>
              <a:gd name="connsiteX3" fmla="*/ 5267396 w 5432400"/>
              <a:gd name="connsiteY3" fmla="*/ 1796400 h 1796400"/>
              <a:gd name="connsiteX4" fmla="*/ 0 w 5432400"/>
              <a:gd name="connsiteY4" fmla="*/ 1796400 h 179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2400" h="1796400">
                <a:moveTo>
                  <a:pt x="0" y="0"/>
                </a:moveTo>
                <a:lnTo>
                  <a:pt x="5432400" y="0"/>
                </a:lnTo>
                <a:lnTo>
                  <a:pt x="5432400" y="1366071"/>
                </a:lnTo>
                <a:lnTo>
                  <a:pt x="5267396" y="1796400"/>
                </a:lnTo>
                <a:lnTo>
                  <a:pt x="0" y="1796400"/>
                </a:lnTo>
                <a:close/>
              </a:path>
            </a:pathLst>
          </a:custGeom>
          <a:ln>
            <a:solidFill>
              <a:schemeClr val="tx2"/>
            </a:solidFill>
          </a:ln>
        </p:spPr>
        <p:txBody>
          <a:bodyPr wrap="square" lIns="108000" tIns="108000" rIns="180000" bIns="108000">
            <a:no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28B811B-F4AC-3C19-077D-41567007DA0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16609" y="1852332"/>
            <a:ext cx="5432400" cy="1796400"/>
          </a:xfrm>
          <a:custGeom>
            <a:avLst/>
            <a:gdLst>
              <a:gd name="connsiteX0" fmla="*/ 0 w 5432400"/>
              <a:gd name="connsiteY0" fmla="*/ 0 h 1796400"/>
              <a:gd name="connsiteX1" fmla="*/ 5432400 w 5432400"/>
              <a:gd name="connsiteY1" fmla="*/ 0 h 1796400"/>
              <a:gd name="connsiteX2" fmla="*/ 5432400 w 5432400"/>
              <a:gd name="connsiteY2" fmla="*/ 1366071 h 1796400"/>
              <a:gd name="connsiteX3" fmla="*/ 5267396 w 5432400"/>
              <a:gd name="connsiteY3" fmla="*/ 1796400 h 1796400"/>
              <a:gd name="connsiteX4" fmla="*/ 0 w 5432400"/>
              <a:gd name="connsiteY4" fmla="*/ 1796400 h 179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2400" h="1796400">
                <a:moveTo>
                  <a:pt x="0" y="0"/>
                </a:moveTo>
                <a:lnTo>
                  <a:pt x="5432400" y="0"/>
                </a:lnTo>
                <a:lnTo>
                  <a:pt x="5432400" y="1366071"/>
                </a:lnTo>
                <a:lnTo>
                  <a:pt x="5267396" y="1796400"/>
                </a:lnTo>
                <a:lnTo>
                  <a:pt x="0" y="1796400"/>
                </a:lnTo>
                <a:close/>
              </a:path>
            </a:pathLst>
          </a:custGeom>
          <a:ln>
            <a:solidFill>
              <a:schemeClr val="tx2"/>
            </a:solidFill>
          </a:ln>
        </p:spPr>
        <p:txBody>
          <a:bodyPr wrap="square" lIns="108000" tIns="108000" rIns="180000" bIns="108000">
            <a:no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EBA1F72-84B8-4F9F-8D23-60A8915AE0A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41326" y="4070015"/>
            <a:ext cx="5432400" cy="1796400"/>
          </a:xfrm>
          <a:custGeom>
            <a:avLst/>
            <a:gdLst>
              <a:gd name="connsiteX0" fmla="*/ 0 w 5432400"/>
              <a:gd name="connsiteY0" fmla="*/ 0 h 1796400"/>
              <a:gd name="connsiteX1" fmla="*/ 5432400 w 5432400"/>
              <a:gd name="connsiteY1" fmla="*/ 0 h 1796400"/>
              <a:gd name="connsiteX2" fmla="*/ 5432400 w 5432400"/>
              <a:gd name="connsiteY2" fmla="*/ 1366071 h 1796400"/>
              <a:gd name="connsiteX3" fmla="*/ 5267396 w 5432400"/>
              <a:gd name="connsiteY3" fmla="*/ 1796400 h 1796400"/>
              <a:gd name="connsiteX4" fmla="*/ 0 w 5432400"/>
              <a:gd name="connsiteY4" fmla="*/ 1796400 h 179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2400" h="1796400">
                <a:moveTo>
                  <a:pt x="0" y="0"/>
                </a:moveTo>
                <a:lnTo>
                  <a:pt x="5432400" y="0"/>
                </a:lnTo>
                <a:lnTo>
                  <a:pt x="5432400" y="1366071"/>
                </a:lnTo>
                <a:lnTo>
                  <a:pt x="5267396" y="1796400"/>
                </a:lnTo>
                <a:lnTo>
                  <a:pt x="0" y="1796400"/>
                </a:lnTo>
                <a:close/>
              </a:path>
            </a:pathLst>
          </a:custGeom>
          <a:ln>
            <a:solidFill>
              <a:schemeClr val="tx2"/>
            </a:solidFill>
          </a:ln>
        </p:spPr>
        <p:txBody>
          <a:bodyPr wrap="square" lIns="108000" tIns="108000" rIns="180000" bIns="108000">
            <a:no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C30B19C-7B87-ABAD-9B0E-DCCC350AFA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16609" y="4070015"/>
            <a:ext cx="5432400" cy="1796400"/>
          </a:xfrm>
          <a:custGeom>
            <a:avLst/>
            <a:gdLst>
              <a:gd name="connsiteX0" fmla="*/ 0 w 5432400"/>
              <a:gd name="connsiteY0" fmla="*/ 0 h 1796400"/>
              <a:gd name="connsiteX1" fmla="*/ 5432400 w 5432400"/>
              <a:gd name="connsiteY1" fmla="*/ 0 h 1796400"/>
              <a:gd name="connsiteX2" fmla="*/ 5432400 w 5432400"/>
              <a:gd name="connsiteY2" fmla="*/ 1366071 h 1796400"/>
              <a:gd name="connsiteX3" fmla="*/ 5267396 w 5432400"/>
              <a:gd name="connsiteY3" fmla="*/ 1796400 h 1796400"/>
              <a:gd name="connsiteX4" fmla="*/ 0 w 5432400"/>
              <a:gd name="connsiteY4" fmla="*/ 1796400 h 179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2400" h="1796400">
                <a:moveTo>
                  <a:pt x="0" y="0"/>
                </a:moveTo>
                <a:lnTo>
                  <a:pt x="5432400" y="0"/>
                </a:lnTo>
                <a:lnTo>
                  <a:pt x="5432400" y="1366071"/>
                </a:lnTo>
                <a:lnTo>
                  <a:pt x="5267396" y="1796400"/>
                </a:lnTo>
                <a:lnTo>
                  <a:pt x="0" y="1796400"/>
                </a:lnTo>
                <a:close/>
              </a:path>
            </a:pathLst>
          </a:custGeom>
          <a:ln>
            <a:solidFill>
              <a:schemeClr val="tx2"/>
            </a:solidFill>
          </a:ln>
        </p:spPr>
        <p:txBody>
          <a:bodyPr wrap="square" lIns="108000" tIns="108000" rIns="180000" bIns="108000">
            <a:no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184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and Graphs Desig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0FABCCA-78A6-4963-B769-30387BAD91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800" y="550800"/>
            <a:ext cx="11257280" cy="563133"/>
          </a:xfrm>
        </p:spPr>
        <p:txBody>
          <a:bodyPr anchor="t">
            <a:noAutofit/>
          </a:bodyPr>
          <a:lstStyle>
            <a:lvl1pPr algn="l">
              <a:defRPr sz="3600" b="1">
                <a:solidFill>
                  <a:schemeClr val="tx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/>
              <a:t>Charts &amp; Graphs</a:t>
            </a:r>
            <a:endParaRPr lang="en-GB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27DA4B-1B28-4D9F-ADB0-DCA9EA22DF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57163" y="2378716"/>
            <a:ext cx="1647579" cy="4016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2020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F0187F9-4EE7-4FDA-91F5-D76CBB3B7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57163" y="2818837"/>
            <a:ext cx="1643779" cy="597235"/>
          </a:xfrm>
          <a:prstGeom prst="rect">
            <a:avLst/>
          </a:prstGeom>
        </p:spPr>
        <p:txBody>
          <a:bodyPr numCol="2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4204C79-F5F8-47F8-B7D0-F9123D7F7E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59395" y="2378716"/>
            <a:ext cx="1312484" cy="597235"/>
          </a:xfrm>
          <a:prstGeom prst="rect">
            <a:avLst/>
          </a:prstGeom>
        </p:spPr>
        <p:txBody>
          <a:bodyPr numCol="2">
            <a:norm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38%</a:t>
            </a:r>
          </a:p>
        </p:txBody>
      </p:sp>
      <p:sp>
        <p:nvSpPr>
          <p:cNvPr id="15" name="Chart Placeholder 3">
            <a:extLst>
              <a:ext uri="{FF2B5EF4-FFF2-40B4-BE49-F238E27FC236}">
                <a16:creationId xmlns:a16="http://schemas.microsoft.com/office/drawing/2014/main" id="{B3C8C4E6-D021-48F4-94F2-91881716584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67359" y="2581200"/>
            <a:ext cx="2603763" cy="2528476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6" name="Chart Placeholder 3">
            <a:extLst>
              <a:ext uri="{FF2B5EF4-FFF2-40B4-BE49-F238E27FC236}">
                <a16:creationId xmlns:a16="http://schemas.microsoft.com/office/drawing/2014/main" id="{FA3EE94F-9C8F-4017-8144-925221F35777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928287" y="2581200"/>
            <a:ext cx="2603763" cy="2528476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7" name="Chart Placeholder 3">
            <a:extLst>
              <a:ext uri="{FF2B5EF4-FFF2-40B4-BE49-F238E27FC236}">
                <a16:creationId xmlns:a16="http://schemas.microsoft.com/office/drawing/2014/main" id="{16F11F12-F9BB-4138-AE3C-0BC2B96A6C7D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9120877" y="2581200"/>
            <a:ext cx="2603763" cy="2528476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01C1E50-9A7F-584F-32D0-F63C1359EB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2" y="1177201"/>
            <a:ext cx="10909299" cy="29659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123D66-09DD-1B25-510E-D6D33DC97CF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7680176" y="6419728"/>
            <a:ext cx="3672036" cy="252000"/>
          </a:xfrm>
        </p:spPr>
        <p:txBody>
          <a:bodyPr/>
          <a:lstStyle/>
          <a:p>
            <a:r>
              <a:rPr lang="en-GB"/>
              <a:t>Presentation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50735-56F5-56B9-8577-D4BB696C17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53800" y="6419728"/>
            <a:ext cx="574848" cy="252000"/>
          </a:xfrm>
        </p:spPr>
        <p:txBody>
          <a:bodyPr/>
          <a:lstStyle/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914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Dark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E557B-5903-46FB-B66C-9A9B8179EC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9D657-D740-48A0-8E34-977D80A183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1CB76F0-EE26-49D5-8601-68F6413815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799" y="1177200"/>
            <a:ext cx="10909413" cy="3912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Subheader</a:t>
            </a:r>
            <a:r>
              <a:rPr lang="en-US"/>
              <a:t> if needed </a:t>
            </a:r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51A854E-5584-4940-9DCD-EC716E13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800" y="549275"/>
            <a:ext cx="10909413" cy="576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FCAF079E-B4B9-BD23-6878-72C3F90231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06" b="20606"/>
          <a:stretch/>
        </p:blipFill>
        <p:spPr>
          <a:xfrm>
            <a:off x="293266" y="6312694"/>
            <a:ext cx="808547" cy="474664"/>
          </a:xfrm>
          <a:prstGeom prst="rect">
            <a:avLst/>
          </a:prstGeom>
        </p:spPr>
      </p:pic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FC15257D-7C52-6481-3ACF-A3E7B4BB8F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1326" y="1844675"/>
            <a:ext cx="10909413" cy="403225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159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anted Photo Navy Bckgr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icture Placeholder 82">
            <a:extLst>
              <a:ext uri="{FF2B5EF4-FFF2-40B4-BE49-F238E27FC236}">
                <a16:creationId xmlns:a16="http://schemas.microsoft.com/office/drawing/2014/main" id="{CAA866B6-AC0A-4811-A38D-BA48AE11F9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95554" y="0"/>
            <a:ext cx="5596446" cy="6858000"/>
          </a:xfrm>
          <a:custGeom>
            <a:avLst/>
            <a:gdLst>
              <a:gd name="connsiteX0" fmla="*/ 2632539 w 5596446"/>
              <a:gd name="connsiteY0" fmla="*/ 0 h 6858000"/>
              <a:gd name="connsiteX1" fmla="*/ 5596446 w 5596446"/>
              <a:gd name="connsiteY1" fmla="*/ 0 h 6858000"/>
              <a:gd name="connsiteX2" fmla="*/ 5596446 w 5596446"/>
              <a:gd name="connsiteY2" fmla="*/ 2223843 h 6858000"/>
              <a:gd name="connsiteX3" fmla="*/ 3817560 w 5596446"/>
              <a:gd name="connsiteY3" fmla="*/ 6858000 h 6858000"/>
              <a:gd name="connsiteX4" fmla="*/ 0 w 559644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6446" h="6858000">
                <a:moveTo>
                  <a:pt x="2632539" y="0"/>
                </a:moveTo>
                <a:lnTo>
                  <a:pt x="5596446" y="0"/>
                </a:lnTo>
                <a:lnTo>
                  <a:pt x="5596446" y="2223843"/>
                </a:lnTo>
                <a:lnTo>
                  <a:pt x="381756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7044C51D-169C-4548-92B0-1B1D54FB01BF}"/>
              </a:ext>
            </a:extLst>
          </p:cNvPr>
          <p:cNvSpPr/>
          <p:nvPr userDrawn="1"/>
        </p:nvSpPr>
        <p:spPr>
          <a:xfrm>
            <a:off x="10413114" y="2223843"/>
            <a:ext cx="1778886" cy="4634157"/>
          </a:xfrm>
          <a:custGeom>
            <a:avLst/>
            <a:gdLst>
              <a:gd name="connsiteX0" fmla="*/ 1778886 w 1778886"/>
              <a:gd name="connsiteY0" fmla="*/ 0 h 4634157"/>
              <a:gd name="connsiteX1" fmla="*/ 1778886 w 1778886"/>
              <a:gd name="connsiteY1" fmla="*/ 4634157 h 4634157"/>
              <a:gd name="connsiteX2" fmla="*/ 0 w 1778886"/>
              <a:gd name="connsiteY2" fmla="*/ 4634157 h 4634157"/>
              <a:gd name="connsiteX3" fmla="*/ 1778886 w 1778886"/>
              <a:gd name="connsiteY3" fmla="*/ 0 h 4634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8886" h="4634157">
                <a:moveTo>
                  <a:pt x="1778886" y="0"/>
                </a:moveTo>
                <a:lnTo>
                  <a:pt x="1778886" y="4634157"/>
                </a:lnTo>
                <a:lnTo>
                  <a:pt x="0" y="4634157"/>
                </a:lnTo>
                <a:lnTo>
                  <a:pt x="1778886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1421E3C-EFB1-4278-80B9-1DC85DD83F8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353800" y="6419728"/>
            <a:ext cx="574848" cy="252000"/>
          </a:xfrm>
        </p:spPr>
        <p:txBody>
          <a:bodyPr/>
          <a:lstStyle>
            <a:lvl1pPr>
              <a:defRPr sz="1050">
                <a:solidFill>
                  <a:schemeClr val="bg2"/>
                </a:solidFill>
              </a:defRPr>
            </a:lvl1pPr>
          </a:lstStyle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44C002B7-3F94-4032-C99E-9420BDE7A8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06" b="20606"/>
          <a:stretch/>
        </p:blipFill>
        <p:spPr>
          <a:xfrm>
            <a:off x="293266" y="6312694"/>
            <a:ext cx="808547" cy="474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E2350-5758-7BBF-973B-5F09239A4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800" y="550800"/>
            <a:ext cx="7917429" cy="563133"/>
          </a:xfrm>
        </p:spPr>
        <p:txBody>
          <a:bodyPr anchor="t">
            <a:noAutofit/>
          </a:bodyPr>
          <a:lstStyle>
            <a:lvl1pPr algn="l">
              <a:defRPr sz="3600" b="1">
                <a:solidFill>
                  <a:schemeClr val="tx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C22ACB1-CDD2-AC48-E6DF-FF48705B3C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3" y="1177201"/>
            <a:ext cx="7672688" cy="29659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971C0628-80F1-A9F6-FB40-7A0FC326171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1327" y="1844675"/>
            <a:ext cx="6154228" cy="403225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878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nted Photo White Bckg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icture Placeholder 82">
            <a:extLst>
              <a:ext uri="{FF2B5EF4-FFF2-40B4-BE49-F238E27FC236}">
                <a16:creationId xmlns:a16="http://schemas.microsoft.com/office/drawing/2014/main" id="{CAA866B6-AC0A-4811-A38D-BA48AE11F9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95554" y="0"/>
            <a:ext cx="5596446" cy="6858000"/>
          </a:xfrm>
          <a:custGeom>
            <a:avLst/>
            <a:gdLst>
              <a:gd name="connsiteX0" fmla="*/ 2632539 w 5596446"/>
              <a:gd name="connsiteY0" fmla="*/ 0 h 6858000"/>
              <a:gd name="connsiteX1" fmla="*/ 5596446 w 5596446"/>
              <a:gd name="connsiteY1" fmla="*/ 0 h 6858000"/>
              <a:gd name="connsiteX2" fmla="*/ 5596446 w 5596446"/>
              <a:gd name="connsiteY2" fmla="*/ 2223843 h 6858000"/>
              <a:gd name="connsiteX3" fmla="*/ 3817560 w 5596446"/>
              <a:gd name="connsiteY3" fmla="*/ 6858000 h 6858000"/>
              <a:gd name="connsiteX4" fmla="*/ 0 w 559644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6446" h="6858000">
                <a:moveTo>
                  <a:pt x="2632539" y="0"/>
                </a:moveTo>
                <a:lnTo>
                  <a:pt x="5596446" y="0"/>
                </a:lnTo>
                <a:lnTo>
                  <a:pt x="5596446" y="2223843"/>
                </a:lnTo>
                <a:lnTo>
                  <a:pt x="381756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7044C51D-169C-4548-92B0-1B1D54FB01BF}"/>
              </a:ext>
            </a:extLst>
          </p:cNvPr>
          <p:cNvSpPr/>
          <p:nvPr userDrawn="1"/>
        </p:nvSpPr>
        <p:spPr>
          <a:xfrm>
            <a:off x="10413114" y="2223843"/>
            <a:ext cx="1778886" cy="4634157"/>
          </a:xfrm>
          <a:custGeom>
            <a:avLst/>
            <a:gdLst>
              <a:gd name="connsiteX0" fmla="*/ 1778886 w 1778886"/>
              <a:gd name="connsiteY0" fmla="*/ 0 h 4634157"/>
              <a:gd name="connsiteX1" fmla="*/ 1778886 w 1778886"/>
              <a:gd name="connsiteY1" fmla="*/ 4634157 h 4634157"/>
              <a:gd name="connsiteX2" fmla="*/ 0 w 1778886"/>
              <a:gd name="connsiteY2" fmla="*/ 4634157 h 4634157"/>
              <a:gd name="connsiteX3" fmla="*/ 1778886 w 1778886"/>
              <a:gd name="connsiteY3" fmla="*/ 0 h 4634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8886" h="4634157">
                <a:moveTo>
                  <a:pt x="1778886" y="0"/>
                </a:moveTo>
                <a:lnTo>
                  <a:pt x="1778886" y="4634157"/>
                </a:lnTo>
                <a:lnTo>
                  <a:pt x="0" y="4634157"/>
                </a:lnTo>
                <a:lnTo>
                  <a:pt x="1778886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1421E3C-EFB1-4278-80B9-1DC85DD83F8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353800" y="6419728"/>
            <a:ext cx="574848" cy="25200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44C002B7-3F94-4032-C99E-9420BDE7A8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06" b="20606"/>
          <a:stretch/>
        </p:blipFill>
        <p:spPr>
          <a:xfrm>
            <a:off x="293266" y="6312694"/>
            <a:ext cx="808547" cy="474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E2350-5758-7BBF-973B-5F09239A4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800" y="550800"/>
            <a:ext cx="7917429" cy="563133"/>
          </a:xfrm>
        </p:spPr>
        <p:txBody>
          <a:bodyPr anchor="t">
            <a:noAutofit/>
          </a:bodyPr>
          <a:lstStyle>
            <a:lvl1pPr algn="l">
              <a:defRPr sz="3600" b="1">
                <a:solidFill>
                  <a:schemeClr val="tx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C22ACB1-CDD2-AC48-E6DF-FF48705B3C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913" y="1177201"/>
            <a:ext cx="7672688" cy="29659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971C0628-80F1-A9F6-FB40-7A0FC326171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1327" y="1844675"/>
            <a:ext cx="6154228" cy="403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638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8F2180B-7C2B-EC19-0E90-AB7547FD8BF4}"/>
              </a:ext>
            </a:extLst>
          </p:cNvPr>
          <p:cNvSpPr/>
          <p:nvPr userDrawn="1"/>
        </p:nvSpPr>
        <p:spPr>
          <a:xfrm>
            <a:off x="0" y="491418"/>
            <a:ext cx="6775122" cy="5844586"/>
          </a:xfrm>
          <a:custGeom>
            <a:avLst/>
            <a:gdLst>
              <a:gd name="connsiteX0" fmla="*/ 6775122 w 6775122"/>
              <a:gd name="connsiteY0" fmla="*/ 0 h 5844586"/>
              <a:gd name="connsiteX1" fmla="*/ 4534781 w 6775122"/>
              <a:gd name="connsiteY1" fmla="*/ 5844586 h 5844586"/>
              <a:gd name="connsiteX2" fmla="*/ 0 w 6775122"/>
              <a:gd name="connsiteY2" fmla="*/ 5839714 h 5844586"/>
              <a:gd name="connsiteX3" fmla="*/ 0 w 6775122"/>
              <a:gd name="connsiteY3" fmla="*/ 9153 h 584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75122" h="5844586">
                <a:moveTo>
                  <a:pt x="6775122" y="0"/>
                </a:moveTo>
                <a:lnTo>
                  <a:pt x="4534781" y="5844586"/>
                </a:lnTo>
                <a:lnTo>
                  <a:pt x="0" y="5839714"/>
                </a:lnTo>
                <a:lnTo>
                  <a:pt x="0" y="9153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5" name="Picture 14" descr="Text, logo&#10;&#10;Description automatically generated">
            <a:extLst>
              <a:ext uri="{FF2B5EF4-FFF2-40B4-BE49-F238E27FC236}">
                <a16:creationId xmlns:a16="http://schemas.microsoft.com/office/drawing/2014/main" id="{47847EA2-03B5-41CD-88BB-A74BDC6205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42852" y="5379310"/>
            <a:ext cx="1005839" cy="100442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1C4FD47-D44A-474E-B608-5786798424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800" y="2336800"/>
            <a:ext cx="4150359" cy="598129"/>
          </a:xfrm>
        </p:spPr>
        <p:txBody>
          <a:bodyPr lIns="0" anchor="t">
            <a:normAutofit/>
          </a:bodyPr>
          <a:lstStyle>
            <a:lvl1pPr algn="l">
              <a:defRPr sz="3600" b="1">
                <a:solidFill>
                  <a:schemeClr val="bg2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/>
              <a:t>Thank you</a:t>
            </a:r>
            <a:endParaRPr lang="en-GB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3903658-22C8-4DFC-8756-807C0B7AA2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800" y="2934930"/>
            <a:ext cx="4150360" cy="39083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Any Questions?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77E8CC-640B-4F80-A132-6F88E0D7B1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2991" y="6259669"/>
            <a:ext cx="1351513" cy="76335"/>
          </a:xfrm>
          <a:prstGeom prst="rect">
            <a:avLst/>
          </a:prstGeo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E11050A-8452-4B5B-9CD1-ED55AF7516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800" y="4944112"/>
            <a:ext cx="4151313" cy="39083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spcBef>
                <a:spcPts val="0"/>
              </a:spcBef>
            </a:pPr>
            <a:r>
              <a:rPr lang="en-GB"/>
              <a:t>Name</a:t>
            </a:r>
          </a:p>
          <a:p>
            <a:pPr lvl="0"/>
            <a:endParaRPr lang="en-GB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4B61CC7-AF8D-441C-B275-98EC3C55D6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800" y="4637241"/>
            <a:ext cx="4150359" cy="390832"/>
          </a:xfrm>
        </p:spPr>
        <p:txBody>
          <a:bodyPr l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Lato Black" panose="020F0A02020204030203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Please contact</a:t>
            </a:r>
            <a:endParaRPr lang="en-GB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846E1F0-63EE-4595-98B3-6C9F1F9049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2800" y="5250984"/>
            <a:ext cx="4150359" cy="390831"/>
          </a:xfrm>
        </p:spPr>
        <p:txBody>
          <a:bodyPr l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Lato Black" panose="020F0A02020204030203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Email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43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0119-D9D1-F6A9-5940-AA409BEB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8AD5C1-F0A0-914F-8AC6-540EB17085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Presentation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BC98E-272A-9B1F-E038-D16B2A0BD9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448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C4AE-0E7C-4CAA-990A-600C47283B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7360" y="566420"/>
            <a:ext cx="6210779" cy="563133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tx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US"/>
              <a:t>Header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1853F-D752-4764-9739-CA18B7FD3A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7359" y="1170045"/>
            <a:ext cx="6210779" cy="3551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accent2"/>
                </a:solidFill>
                <a:latin typeface="+mn-lt"/>
                <a:ea typeface="Source Sans Pro Black" panose="020B08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Subheader</a:t>
            </a:r>
            <a:endParaRPr lang="en-GB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55330C48-080C-4D29-94B8-4E8A9EB285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406" y="1944000"/>
            <a:ext cx="10189153" cy="1013264"/>
          </a:xfrm>
          <a:prstGeom prst="rect">
            <a:avLst/>
          </a:prstGeom>
        </p:spPr>
        <p:txBody>
          <a:bodyPr numCol="1"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Text goes here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C8F3158-698B-45A8-8ACD-102A689027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406" y="3110400"/>
            <a:ext cx="10189153" cy="1411134"/>
          </a:xfrm>
          <a:prstGeom prst="rect">
            <a:avLst/>
          </a:prstGeom>
        </p:spPr>
        <p:txBody>
          <a:bodyPr numCol="1" spcCol="180000">
            <a:no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1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d dddddddddddddddddddddddddddddddddddddddddddddddddddddddddddddddddddddddddddddddddddddddddddddddddddddddddddddddddddddddddddddddddddddddddddddddddddddddddddddddddddddddddddddddddddddddddddddddddddddddddddddddddddddddddddddddddddd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8C73C264-B8B5-42F6-BC70-D7E96512B6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406" y="4669843"/>
            <a:ext cx="10189153" cy="1013264"/>
          </a:xfrm>
          <a:prstGeom prst="rect">
            <a:avLst/>
          </a:prstGeom>
        </p:spPr>
        <p:txBody>
          <a:bodyPr numCol="1"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Pull out text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F5602F-96E4-4CF8-BFC7-8E5A01FC2984}"/>
              </a:ext>
            </a:extLst>
          </p:cNvPr>
          <p:cNvSpPr/>
          <p:nvPr userDrawn="1"/>
        </p:nvSpPr>
        <p:spPr>
          <a:xfrm>
            <a:off x="0" y="6233458"/>
            <a:ext cx="12192000" cy="62454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10">
            <a:extLst>
              <a:ext uri="{FF2B5EF4-FFF2-40B4-BE49-F238E27FC236}">
                <a16:creationId xmlns:a16="http://schemas.microsoft.com/office/drawing/2014/main" id="{437A1995-E88F-4EFE-971D-B2EC68F5E01A}"/>
              </a:ext>
            </a:extLst>
          </p:cNvPr>
          <p:cNvSpPr/>
          <p:nvPr userDrawn="1"/>
        </p:nvSpPr>
        <p:spPr>
          <a:xfrm>
            <a:off x="11840301" y="6226638"/>
            <a:ext cx="360000" cy="631362"/>
          </a:xfrm>
          <a:custGeom>
            <a:avLst/>
            <a:gdLst>
              <a:gd name="connsiteX0" fmla="*/ 0 w 2661492"/>
              <a:gd name="connsiteY0" fmla="*/ 0 h 5483224"/>
              <a:gd name="connsiteX1" fmla="*/ 2661492 w 2661492"/>
              <a:gd name="connsiteY1" fmla="*/ 0 h 5483224"/>
              <a:gd name="connsiteX2" fmla="*/ 2661492 w 2661492"/>
              <a:gd name="connsiteY2" fmla="*/ 5483224 h 5483224"/>
              <a:gd name="connsiteX3" fmla="*/ 0 w 2661492"/>
              <a:gd name="connsiteY3" fmla="*/ 5483224 h 5483224"/>
              <a:gd name="connsiteX4" fmla="*/ 0 w 2661492"/>
              <a:gd name="connsiteY4" fmla="*/ 0 h 5483224"/>
              <a:gd name="connsiteX0" fmla="*/ 2354239 w 2661492"/>
              <a:gd name="connsiteY0" fmla="*/ 709684 h 5483224"/>
              <a:gd name="connsiteX1" fmla="*/ 2661492 w 2661492"/>
              <a:gd name="connsiteY1" fmla="*/ 0 h 5483224"/>
              <a:gd name="connsiteX2" fmla="*/ 2661492 w 2661492"/>
              <a:gd name="connsiteY2" fmla="*/ 5483224 h 5483224"/>
              <a:gd name="connsiteX3" fmla="*/ 0 w 2661492"/>
              <a:gd name="connsiteY3" fmla="*/ 5483224 h 5483224"/>
              <a:gd name="connsiteX4" fmla="*/ 2354239 w 2661492"/>
              <a:gd name="connsiteY4" fmla="*/ 709684 h 548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1492" h="5483224">
                <a:moveTo>
                  <a:pt x="2354239" y="709684"/>
                </a:moveTo>
                <a:lnTo>
                  <a:pt x="2661492" y="0"/>
                </a:lnTo>
                <a:lnTo>
                  <a:pt x="2661492" y="5483224"/>
                </a:lnTo>
                <a:lnTo>
                  <a:pt x="0" y="5483224"/>
                </a:lnTo>
                <a:lnTo>
                  <a:pt x="2354239" y="709684"/>
                </a:lnTo>
                <a:close/>
              </a:path>
            </a:pathLst>
          </a:custGeom>
          <a:solidFill>
            <a:srgbClr val="0EF2B2"/>
          </a:solidFill>
          <a:ln>
            <a:solidFill>
              <a:srgbClr val="0EF2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33" descr="Logo&#10;&#10;Description automatically generated">
            <a:extLst>
              <a:ext uri="{FF2B5EF4-FFF2-40B4-BE49-F238E27FC236}">
                <a16:creationId xmlns:a16="http://schemas.microsoft.com/office/drawing/2014/main" id="{593CAD7E-8C54-4B4B-84BA-51FD21818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266" y="6193946"/>
            <a:ext cx="808547" cy="807408"/>
          </a:xfrm>
          <a:prstGeom prst="rect">
            <a:avLst/>
          </a:prstGeom>
        </p:spPr>
      </p:pic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99ACF6C4-A033-47E6-AD6D-B559C2E6E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54354" y="6414586"/>
            <a:ext cx="3370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GB"/>
              <a:t>Title of presentation here</a:t>
            </a:r>
          </a:p>
        </p:txBody>
      </p:sp>
    </p:spTree>
    <p:extLst>
      <p:ext uri="{BB962C8B-B14F-4D97-AF65-F5344CB8AC3E}">
        <p14:creationId xmlns:p14="http://schemas.microsoft.com/office/powerpoint/2010/main" val="1398133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19B15E-905D-47E6-9B4E-0466A5A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9274"/>
            <a:ext cx="10910887" cy="104298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/>
              <a:t>Title</a:t>
            </a:r>
            <a:br>
              <a:rPr lang="en-US"/>
            </a:br>
            <a:r>
              <a:rPr lang="en-US"/>
              <a:t>here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8CF54-573B-4062-AF18-A4917470F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844675"/>
            <a:ext cx="10910887" cy="403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84D4E-25F4-4B1A-9B26-5AE649546CED}"/>
              </a:ext>
            </a:extLst>
          </p:cNvPr>
          <p:cNvSpPr/>
          <p:nvPr userDrawn="1"/>
        </p:nvSpPr>
        <p:spPr>
          <a:xfrm>
            <a:off x="-317373" y="262918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A0DC35-77E3-4ADA-BC16-C21F6D533CF4}"/>
              </a:ext>
            </a:extLst>
          </p:cNvPr>
          <p:cNvSpPr/>
          <p:nvPr userDrawn="1"/>
        </p:nvSpPr>
        <p:spPr>
          <a:xfrm>
            <a:off x="-317367" y="788754"/>
            <a:ext cx="180000" cy="1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86E47C-78DF-4A33-BCC1-07EDA367AC9C}"/>
              </a:ext>
            </a:extLst>
          </p:cNvPr>
          <p:cNvSpPr/>
          <p:nvPr userDrawn="1"/>
        </p:nvSpPr>
        <p:spPr>
          <a:xfrm>
            <a:off x="-317368" y="0"/>
            <a:ext cx="180000" cy="18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057529-7892-4853-A433-8F31E58A8611}"/>
              </a:ext>
            </a:extLst>
          </p:cNvPr>
          <p:cNvSpPr/>
          <p:nvPr userDrawn="1"/>
        </p:nvSpPr>
        <p:spPr>
          <a:xfrm>
            <a:off x="-317368" y="1051672"/>
            <a:ext cx="180000" cy="18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750A0-4F63-4881-8FA4-D0B0719D8865}"/>
              </a:ext>
            </a:extLst>
          </p:cNvPr>
          <p:cNvSpPr/>
          <p:nvPr userDrawn="1"/>
        </p:nvSpPr>
        <p:spPr>
          <a:xfrm>
            <a:off x="-317370" y="1314590"/>
            <a:ext cx="180000" cy="18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2FF1ED-529C-472E-A4A1-F3FCB0F9E551}"/>
              </a:ext>
            </a:extLst>
          </p:cNvPr>
          <p:cNvSpPr/>
          <p:nvPr userDrawn="1"/>
        </p:nvSpPr>
        <p:spPr>
          <a:xfrm>
            <a:off x="-317371" y="1840426"/>
            <a:ext cx="180000" cy="180000"/>
          </a:xfrm>
          <a:prstGeom prst="rect">
            <a:avLst/>
          </a:prstGeom>
          <a:solidFill>
            <a:srgbClr val="008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A91786-233B-48D7-99E4-5E8DB49AC595}"/>
              </a:ext>
            </a:extLst>
          </p:cNvPr>
          <p:cNvSpPr/>
          <p:nvPr userDrawn="1"/>
        </p:nvSpPr>
        <p:spPr>
          <a:xfrm>
            <a:off x="-317371" y="2103344"/>
            <a:ext cx="180000" cy="180000"/>
          </a:xfrm>
          <a:prstGeom prst="rect">
            <a:avLst/>
          </a:prstGeom>
          <a:solidFill>
            <a:srgbClr val="FF5D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7E7E83-80DD-4DB5-B413-C6840A152917}"/>
              </a:ext>
            </a:extLst>
          </p:cNvPr>
          <p:cNvSpPr/>
          <p:nvPr userDrawn="1"/>
        </p:nvSpPr>
        <p:spPr>
          <a:xfrm>
            <a:off x="-317373" y="2366264"/>
            <a:ext cx="180000" cy="180000"/>
          </a:xfrm>
          <a:prstGeom prst="rect">
            <a:avLst/>
          </a:prstGeom>
          <a:solidFill>
            <a:srgbClr val="FFE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8E51A5-7895-434B-9113-B775F21E63DF}"/>
              </a:ext>
            </a:extLst>
          </p:cNvPr>
          <p:cNvSpPr/>
          <p:nvPr userDrawn="1"/>
        </p:nvSpPr>
        <p:spPr>
          <a:xfrm>
            <a:off x="-317371" y="3065016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9FE893-59B9-4D2D-819C-8DDADE4804DC}"/>
              </a:ext>
            </a:extLst>
          </p:cNvPr>
          <p:cNvSpPr/>
          <p:nvPr userDrawn="1"/>
        </p:nvSpPr>
        <p:spPr>
          <a:xfrm>
            <a:off x="-317371" y="332793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5E3937-EF36-4566-9656-3F7D31C6A9E9}"/>
              </a:ext>
            </a:extLst>
          </p:cNvPr>
          <p:cNvSpPr/>
          <p:nvPr userDrawn="1"/>
        </p:nvSpPr>
        <p:spPr>
          <a:xfrm>
            <a:off x="-317373" y="3590854"/>
            <a:ext cx="180000" cy="18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32216B-E38E-488D-A77C-2FF6C8637A92}"/>
              </a:ext>
            </a:extLst>
          </p:cNvPr>
          <p:cNvSpPr/>
          <p:nvPr userDrawn="1"/>
        </p:nvSpPr>
        <p:spPr>
          <a:xfrm>
            <a:off x="-317373" y="3853772"/>
            <a:ext cx="180000" cy="180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0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864" r:id="rId2"/>
    <p:sldLayoutId id="2147483863" r:id="rId3"/>
    <p:sldLayoutId id="2147483853" r:id="rId4"/>
    <p:sldLayoutId id="2147483854" r:id="rId5"/>
    <p:sldLayoutId id="2147483865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lack" panose="020F0A0202020403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800" b="1" kern="1200">
          <a:solidFill>
            <a:schemeClr val="tx2"/>
          </a:solidFill>
          <a:latin typeface="Source Sans Pro Black" panose="020B0803030403020204" pitchFamily="34" charset="0"/>
          <a:ea typeface="Source Sans Pro Black" panose="020B08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9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532" userDrawn="1">
          <p15:clr>
            <a:srgbClr val="F26B43"/>
          </p15:clr>
        </p15:guide>
        <p15:guide id="4" pos="3552" userDrawn="1">
          <p15:clr>
            <a:srgbClr val="F26B43"/>
          </p15:clr>
        </p15:guide>
        <p15:guide id="5" pos="4128" userDrawn="1">
          <p15:clr>
            <a:srgbClr val="F26B43"/>
          </p15:clr>
        </p15:guide>
        <p15:guide id="6" pos="7147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  <p15:guide id="9" orient="horz" pos="288" userDrawn="1">
          <p15:clr>
            <a:srgbClr val="F26B43"/>
          </p15:clr>
        </p15:guide>
        <p15:guide id="10" orient="horz" pos="1872" userDrawn="1">
          <p15:clr>
            <a:srgbClr val="F26B43"/>
          </p15:clr>
        </p15:guide>
        <p15:guide id="11" orient="horz" pos="2448" userDrawn="1">
          <p15:clr>
            <a:srgbClr val="F26B43"/>
          </p15:clr>
        </p15:guide>
        <p15:guide id="12" orient="horz" pos="40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19B15E-905D-47E6-9B4E-0466A5A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9274"/>
            <a:ext cx="10908000" cy="104298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/>
              <a:t>Title</a:t>
            </a:r>
            <a:br>
              <a:rPr lang="en-US"/>
            </a:br>
            <a:r>
              <a:rPr lang="en-US"/>
              <a:t>here</a:t>
            </a:r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2E9A9F-F592-43BA-98AE-44CA0FA48706}"/>
              </a:ext>
            </a:extLst>
          </p:cNvPr>
          <p:cNvSpPr/>
          <p:nvPr userDrawn="1"/>
        </p:nvSpPr>
        <p:spPr>
          <a:xfrm>
            <a:off x="0" y="6233458"/>
            <a:ext cx="12192000" cy="6245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C4074E2F-BB6D-409E-ABB8-4F446D1C7035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950434" y="6228000"/>
            <a:ext cx="241566" cy="6300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DCF22-74EB-46AA-A552-17A920C26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80176" y="6419728"/>
            <a:ext cx="3672036" cy="25200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105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Presentation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2C485-6269-4200-849C-60FD1F6FD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19728"/>
            <a:ext cx="574848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4483779D-C340-494C-9B53-38C528D6A960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4E3C6509-8395-3DDB-620D-D9E94B8E4E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06" b="20606"/>
          <a:stretch/>
        </p:blipFill>
        <p:spPr>
          <a:xfrm>
            <a:off x="293266" y="6312694"/>
            <a:ext cx="808547" cy="47466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B9E6D-5BD8-519D-26A1-152C8D2FA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844675"/>
            <a:ext cx="10908000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42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83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5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lack" panose="020F0A02020204030203" pitchFamily="34" charset="0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+mn-lt"/>
          <a:ea typeface="Source Sans Pro Black" panose="020B0803030403020204" pitchFamily="34" charset="0"/>
          <a:cs typeface="+mn-cs"/>
        </a:defRPr>
      </a:lvl2pPr>
      <a:lvl3pPr marL="541338" indent="-185738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719138" indent="-1778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896938" indent="-177800" algn="l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orient="horz" pos="392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709">
          <p15:clr>
            <a:srgbClr val="F26B43"/>
          </p15:clr>
        </p15:guide>
        <p15:guide id="6" orient="horz" pos="1003">
          <p15:clr>
            <a:srgbClr val="F26B43"/>
          </p15:clr>
        </p15:guide>
        <p15:guide id="7" orient="horz" pos="1162">
          <p15:clr>
            <a:srgbClr val="F26B43"/>
          </p15:clr>
        </p15:guide>
        <p15:guide id="8" pos="7151">
          <p15:clr>
            <a:srgbClr val="F26B43"/>
          </p15:clr>
        </p15:guide>
        <p15:guide id="9" orient="horz" pos="370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9022C-D919-4AE3-B22C-DBDBB92DE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220" y="2336800"/>
            <a:ext cx="4354150" cy="1325880"/>
          </a:xfrm>
        </p:spPr>
        <p:txBody>
          <a:bodyPr>
            <a:normAutofit fontScale="90000"/>
          </a:bodyPr>
          <a:lstStyle/>
          <a:p>
            <a:r>
              <a:rPr lang="en-GB">
                <a:latin typeface="Lato Black"/>
                <a:ea typeface="Lato Black"/>
                <a:cs typeface="Lato Black"/>
              </a:rPr>
              <a:t>Selling LRQA Way Account plan template</a:t>
            </a:r>
            <a:br>
              <a:rPr lang="en-GB"/>
            </a:br>
            <a:br>
              <a:rPr lang="en-GB" sz="3100" b="0">
                <a:latin typeface="Lato" panose="020B0604020202020204" charset="0"/>
              </a:rPr>
            </a:br>
            <a:r>
              <a:rPr lang="en-GB" sz="3100" b="0">
                <a:solidFill>
                  <a:schemeClr val="accent1"/>
                </a:solidFill>
                <a:latin typeface="+mn-lt"/>
                <a:ea typeface="Lato"/>
                <a:cs typeface="Lato"/>
              </a:rPr>
              <a:t>High-level business overview</a:t>
            </a:r>
            <a:br>
              <a:rPr lang="en-GB"/>
            </a:b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531F2-F4E1-400A-B63C-2647C9883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520" y="4892039"/>
            <a:ext cx="4150360" cy="83820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GB" sz="2200" dirty="0">
                <a:ea typeface="Source Sans Pro"/>
              </a:rPr>
              <a:t>Insert Name</a:t>
            </a:r>
          </a:p>
          <a:p>
            <a:r>
              <a:rPr lang="en-GB" dirty="0"/>
              <a:t>30 June 2025</a:t>
            </a:r>
            <a:endParaRPr lang="en-GB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532891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E15F-4E49-6495-DC3E-A83D524CB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99" y="114743"/>
            <a:ext cx="10908000" cy="576264"/>
          </a:xfrm>
        </p:spPr>
        <p:txBody>
          <a:bodyPr lIns="0" tIns="0" rIns="0" bIns="0">
            <a:normAutofit/>
          </a:bodyPr>
          <a:lstStyle/>
          <a:p>
            <a:r>
              <a:rPr lang="en-US" sz="2800" dirty="0">
                <a:latin typeface="Lato Black"/>
                <a:ea typeface="Lato Black"/>
                <a:cs typeface="Lato Black"/>
              </a:rPr>
              <a:t>Account plan on a page – F&amp;N</a:t>
            </a: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1E3D1-909C-31EC-8455-C228A524F7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8700" y="510809"/>
            <a:ext cx="10909299" cy="296598"/>
          </a:xfrm>
        </p:spPr>
        <p:txBody>
          <a:bodyPr/>
          <a:lstStyle/>
          <a:p>
            <a:r>
              <a:rPr lang="en-GB"/>
              <a:t>If we’re successful in meeting our client’s needs, we’ll meet our defined goals and objectives.</a:t>
            </a:r>
          </a:p>
          <a:p>
            <a:endParaRPr lang="en-GB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333EBCBE-57A3-CB95-B6E4-91DD9B591413}"/>
              </a:ext>
            </a:extLst>
          </p:cNvPr>
          <p:cNvSpPr txBox="1">
            <a:spLocks/>
          </p:cNvSpPr>
          <p:nvPr/>
        </p:nvSpPr>
        <p:spPr>
          <a:xfrm>
            <a:off x="419999" y="573219"/>
            <a:ext cx="11762173" cy="355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700">
              <a:solidFill>
                <a:schemeClr val="accent1"/>
              </a:solidFill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E9D1FD9-9343-2F6D-4BB4-CAFE94298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430454"/>
              </p:ext>
            </p:extLst>
          </p:nvPr>
        </p:nvGraphicFramePr>
        <p:xfrm>
          <a:off x="434050" y="839164"/>
          <a:ext cx="11483819" cy="5340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2580">
                  <a:extLst>
                    <a:ext uri="{9D8B030D-6E8A-4147-A177-3AD203B41FA5}">
                      <a16:colId xmlns:a16="http://schemas.microsoft.com/office/drawing/2014/main" val="763599544"/>
                    </a:ext>
                  </a:extLst>
                </a:gridCol>
                <a:gridCol w="3883741">
                  <a:extLst>
                    <a:ext uri="{9D8B030D-6E8A-4147-A177-3AD203B41FA5}">
                      <a16:colId xmlns:a16="http://schemas.microsoft.com/office/drawing/2014/main" val="2015478145"/>
                    </a:ext>
                  </a:extLst>
                </a:gridCol>
                <a:gridCol w="3777498">
                  <a:extLst>
                    <a:ext uri="{9D8B030D-6E8A-4147-A177-3AD203B41FA5}">
                      <a16:colId xmlns:a16="http://schemas.microsoft.com/office/drawing/2014/main" val="606120452"/>
                    </a:ext>
                  </a:extLst>
                </a:gridCol>
              </a:tblGrid>
              <a:tr h="354636"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chemeClr val="tx2"/>
                          </a:solidFill>
                        </a:rPr>
                        <a:t>Account Name:  F&amp;N Holdings </a:t>
                      </a:r>
                      <a:r>
                        <a:rPr lang="en-GB" sz="900" dirty="0" err="1">
                          <a:solidFill>
                            <a:schemeClr val="tx2"/>
                          </a:solidFill>
                        </a:rPr>
                        <a:t>Bhd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chemeClr val="tx2"/>
                          </a:solidFill>
                        </a:rPr>
                        <a:t>Primary Sector: Food &amp; Beverages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chemeClr val="tx2"/>
                          </a:solidFill>
                        </a:rPr>
                        <a:t>Primary Competitors: Nestle,  Coca Cola, Dutch Lady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39160"/>
                  </a:ext>
                </a:extLst>
              </a:tr>
              <a:tr h="368300">
                <a:tc gridSpan="3">
                  <a:txBody>
                    <a:bodyPr/>
                    <a:lstStyle/>
                    <a:p>
                      <a:r>
                        <a:rPr lang="en-US" sz="900" b="1" dirty="0"/>
                        <a:t>Brief History of Account &amp; Why It’s a Growth Target:</a:t>
                      </a:r>
                    </a:p>
                    <a:p>
                      <a:endParaRPr lang="en-US" sz="900" b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081677"/>
                  </a:ext>
                </a:extLst>
              </a:tr>
              <a:tr h="634005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Current Annual Sales, Revenue &amp; Margin: at Dec 2024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Sales: </a:t>
                      </a:r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Revenue: 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Margin:</a:t>
                      </a:r>
                      <a:endParaRPr lang="en-GB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Target Annual Sales, Revenue &amp; Margin: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New Sales: </a:t>
                      </a:r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Revenue: </a:t>
                      </a:r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Margin: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Action Plan to Grow Account </a:t>
                      </a:r>
                      <a:br>
                        <a:rPr lang="en-US" sz="900" b="1" dirty="0">
                          <a:solidFill>
                            <a:srgbClr val="0F1232"/>
                          </a:solidFill>
                        </a:rPr>
                      </a:br>
                      <a:r>
                        <a:rPr lang="en-US" sz="900" b="1" i="1" dirty="0">
                          <a:solidFill>
                            <a:schemeClr val="accent2"/>
                          </a:solidFill>
                        </a:rPr>
                        <a:t>(action tracker for any further details)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875850"/>
                  </a:ext>
                </a:extLst>
              </a:tr>
              <a:tr h="405478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Existing LRQA Services &amp; In which markets: 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Open Opportunities &amp; In which markets: </a:t>
                      </a:r>
                    </a:p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Pipeline: </a:t>
                      </a: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5.7M GBP (per Salesforce OSS and OSS UK accounts)</a:t>
                      </a:r>
                    </a:p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Note: </a:t>
                      </a: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566K GBP won to date (Q1 2024)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9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017729"/>
                  </a:ext>
                </a:extLst>
              </a:tr>
              <a:tr h="134445">
                <a:tc>
                  <a:txBody>
                    <a:bodyPr/>
                    <a:lstStyle/>
                    <a:p>
                      <a:r>
                        <a:rPr lang="en-US" sz="900" b="1" dirty="0"/>
                        <a:t>Client Pain Points: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LRQA Solutions to Meet Client Pains: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9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881650"/>
                  </a:ext>
                </a:extLst>
              </a:tr>
              <a:tr h="591862"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tx2"/>
                          </a:solidFill>
                        </a:rPr>
                        <a:t>Client Goals &amp; Objectives: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LRQA Solutions to Meet Client Goals &amp; Objectives: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tx2"/>
                          </a:solidFill>
                        </a:rPr>
                        <a:t>Why LRQA?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25426"/>
                  </a:ext>
                </a:extLst>
              </a:tr>
              <a:tr h="591862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Existing Account Contacts &amp; Decision Makers: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Targeted Account Contacts &amp; Decision Makers: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9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tx2"/>
                          </a:solidFill>
                        </a:rPr>
                        <a:t>Measurement &amp; Results: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007074"/>
                  </a:ext>
                </a:extLst>
              </a:tr>
              <a:tr h="419999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Existing Account Meeting Frequency &amp; Format: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9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644236"/>
                  </a:ext>
                </a:extLst>
              </a:tr>
              <a:tr h="591862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Existing LRQA Competitors Serving Account: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  <a:endParaRPr lang="en-US" sz="9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Targeted Account Meeting Frequency &amp; Format: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  <a:p>
                      <a:pPr marL="171450" indent="-171450">
                        <a:buClr>
                          <a:schemeClr val="bg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>
                          <a:solidFill>
                            <a:schemeClr val="tx2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900" b="1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9922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DE4B7C5-E433-4B07-9D38-D70601F6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710290"/>
              </p:ext>
            </p:extLst>
          </p:nvPr>
        </p:nvGraphicFramePr>
        <p:xfrm>
          <a:off x="8159584" y="1874520"/>
          <a:ext cx="3406141" cy="1080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480">
                  <a:extLst>
                    <a:ext uri="{9D8B030D-6E8A-4147-A177-3AD203B41FA5}">
                      <a16:colId xmlns:a16="http://schemas.microsoft.com/office/drawing/2014/main" val="613751881"/>
                    </a:ext>
                  </a:extLst>
                </a:gridCol>
                <a:gridCol w="597218">
                  <a:extLst>
                    <a:ext uri="{9D8B030D-6E8A-4147-A177-3AD203B41FA5}">
                      <a16:colId xmlns:a16="http://schemas.microsoft.com/office/drawing/2014/main" val="648067451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1183809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800">
                          <a:solidFill>
                            <a:schemeClr val="tx2"/>
                          </a:solidFill>
                          <a:latin typeface="+mn-lt"/>
                        </a:rPr>
                        <a:t>Key Actions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solidFill>
                            <a:schemeClr val="tx2"/>
                          </a:solidFill>
                          <a:latin typeface="+mn-lt"/>
                        </a:rPr>
                        <a:t>Dates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solidFill>
                            <a:schemeClr val="tx2"/>
                          </a:solidFill>
                          <a:latin typeface="+mn-lt"/>
                        </a:rPr>
                        <a:t>Responsible Persons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345525"/>
                  </a:ext>
                </a:extLst>
              </a:tr>
              <a:tr h="220105">
                <a:tc>
                  <a:txBody>
                    <a:bodyPr/>
                    <a:lstStyle/>
                    <a:p>
                      <a:r>
                        <a:rPr lang="en-GB" sz="800">
                          <a:solidFill>
                            <a:schemeClr val="tx2"/>
                          </a:solidFill>
                          <a:latin typeface="+mn-lt"/>
                        </a:rPr>
                        <a:t>1. ……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mm/</a:t>
                      </a:r>
                      <a:r>
                        <a:rPr kumimoji="0" lang="en-GB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endParaRPr lang="en-GB" sz="80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  <a:endParaRPr lang="en-GB" sz="80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540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800">
                          <a:solidFill>
                            <a:schemeClr val="tx2"/>
                          </a:solidFill>
                          <a:latin typeface="+mn-lt"/>
                        </a:rPr>
                        <a:t>2. ……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mm/</a:t>
                      </a:r>
                      <a:r>
                        <a:rPr kumimoji="0" lang="en-GB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endParaRPr lang="en-GB" sz="80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solidFill>
                            <a:schemeClr val="tx2"/>
                          </a:solidFill>
                          <a:latin typeface="+mn-lt"/>
                        </a:rPr>
                        <a:t>Owner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60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800">
                          <a:solidFill>
                            <a:schemeClr val="tx2"/>
                          </a:solidFill>
                          <a:latin typeface="+mn-lt"/>
                        </a:rPr>
                        <a:t>3. ……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mm/</a:t>
                      </a:r>
                      <a:r>
                        <a:rPr kumimoji="0" lang="en-GB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endParaRPr lang="en-GB" sz="80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  <a:endParaRPr lang="en-GB" sz="80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513804"/>
                  </a:ext>
                </a:extLst>
              </a:tr>
              <a:tr h="220105">
                <a:tc>
                  <a:txBody>
                    <a:bodyPr/>
                    <a:lstStyle/>
                    <a:p>
                      <a:r>
                        <a:rPr lang="en-GB" sz="800">
                          <a:solidFill>
                            <a:schemeClr val="tx2"/>
                          </a:solidFill>
                          <a:latin typeface="+mn-lt"/>
                        </a:rPr>
                        <a:t>4. ……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mm/</a:t>
                      </a:r>
                      <a:r>
                        <a:rPr kumimoji="0" lang="en-GB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endParaRPr lang="en-GB" sz="80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solidFill>
                            <a:schemeClr val="tx2"/>
                          </a:solidFill>
                          <a:latin typeface="+mn-lt"/>
                        </a:rPr>
                        <a:t>Owner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368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46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A8F24-3B5A-4238-C5BC-C3D9B427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0738-5040-9EC4-A55F-9684A3DE9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644" y="126558"/>
            <a:ext cx="11319640" cy="490220"/>
          </a:xfrm>
        </p:spPr>
        <p:txBody>
          <a:bodyPr>
            <a:normAutofit fontScale="90000"/>
          </a:bodyPr>
          <a:lstStyle/>
          <a:p>
            <a:r>
              <a:rPr lang="en-GB">
                <a:latin typeface="Lato Black"/>
                <a:ea typeface="Lato Black"/>
                <a:cs typeface="Lato Black"/>
              </a:rPr>
              <a:t>Selling the LRQA Way Account Strategy Map</a:t>
            </a:r>
            <a:endParaRPr lang="en-GB">
              <a:solidFill>
                <a:srgbClr val="FF0000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1C5EA88-90E9-1428-B1DC-5BF4A22AF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54354" y="6414586"/>
            <a:ext cx="3370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b="1" kern="1200">
                <a:solidFill>
                  <a:schemeClr val="bg1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Account Plan MEDDPICC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Black" panose="020F0A02020204030203" pitchFamily="34" charset="0"/>
              <a:ea typeface="+mn-ea"/>
              <a:cs typeface="+mn-cs"/>
            </a:endParaRPr>
          </a:p>
        </p:txBody>
      </p:sp>
      <p:sp>
        <p:nvSpPr>
          <p:cNvPr id="52" name="Slide Number Placeholder 3">
            <a:extLst>
              <a:ext uri="{FF2B5EF4-FFF2-40B4-BE49-F238E27FC236}">
                <a16:creationId xmlns:a16="http://schemas.microsoft.com/office/drawing/2014/main" id="{F664EFEE-60A7-19CB-2D9E-B13D7C0E7E88}"/>
              </a:ext>
            </a:extLst>
          </p:cNvPr>
          <p:cNvSpPr txBox="1">
            <a:spLocks/>
          </p:cNvSpPr>
          <p:nvPr/>
        </p:nvSpPr>
        <p:spPr>
          <a:xfrm>
            <a:off x="11607284" y="6414586"/>
            <a:ext cx="4356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9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6C9BE-BD28-4B59-B0C8-442E93857988}" type="slidenum"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tint val="7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4A6592B5-8757-BAA0-2B00-42567DA5F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237889"/>
              </p:ext>
            </p:extLst>
          </p:nvPr>
        </p:nvGraphicFramePr>
        <p:xfrm>
          <a:off x="104588" y="590176"/>
          <a:ext cx="12021936" cy="552084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663169">
                  <a:extLst>
                    <a:ext uri="{9D8B030D-6E8A-4147-A177-3AD203B41FA5}">
                      <a16:colId xmlns:a16="http://schemas.microsoft.com/office/drawing/2014/main" val="1416151975"/>
                    </a:ext>
                  </a:extLst>
                </a:gridCol>
                <a:gridCol w="1711124">
                  <a:extLst>
                    <a:ext uri="{9D8B030D-6E8A-4147-A177-3AD203B41FA5}">
                      <a16:colId xmlns:a16="http://schemas.microsoft.com/office/drawing/2014/main" val="1581481845"/>
                    </a:ext>
                  </a:extLst>
                </a:gridCol>
                <a:gridCol w="2168216">
                  <a:extLst>
                    <a:ext uri="{9D8B030D-6E8A-4147-A177-3AD203B41FA5}">
                      <a16:colId xmlns:a16="http://schemas.microsoft.com/office/drawing/2014/main" val="2604628429"/>
                    </a:ext>
                  </a:extLst>
                </a:gridCol>
                <a:gridCol w="1451454">
                  <a:extLst>
                    <a:ext uri="{9D8B030D-6E8A-4147-A177-3AD203B41FA5}">
                      <a16:colId xmlns:a16="http://schemas.microsoft.com/office/drawing/2014/main" val="1484487837"/>
                    </a:ext>
                  </a:extLst>
                </a:gridCol>
                <a:gridCol w="1628087">
                  <a:extLst>
                    <a:ext uri="{9D8B030D-6E8A-4147-A177-3AD203B41FA5}">
                      <a16:colId xmlns:a16="http://schemas.microsoft.com/office/drawing/2014/main" val="3539779929"/>
                    </a:ext>
                  </a:extLst>
                </a:gridCol>
                <a:gridCol w="2050467">
                  <a:extLst>
                    <a:ext uri="{9D8B030D-6E8A-4147-A177-3AD203B41FA5}">
                      <a16:colId xmlns:a16="http://schemas.microsoft.com/office/drawing/2014/main" val="3584065980"/>
                    </a:ext>
                  </a:extLst>
                </a:gridCol>
                <a:gridCol w="1349419">
                  <a:extLst>
                    <a:ext uri="{9D8B030D-6E8A-4147-A177-3AD203B41FA5}">
                      <a16:colId xmlns:a16="http://schemas.microsoft.com/office/drawing/2014/main" val="242679335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latin typeface="+mn-lt"/>
                        </a:rPr>
                        <a:t>Market </a:t>
                      </a:r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Drivers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>
                          <a:solidFill>
                            <a:schemeClr val="bg1"/>
                          </a:solidFill>
                          <a:latin typeface="+mn-lt"/>
                        </a:rPr>
                        <a:t>Strategies / </a:t>
                      </a:r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Goals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Pain </a:t>
                      </a:r>
                      <a:r>
                        <a:rPr lang="en-GB" sz="1600" b="0">
                          <a:solidFill>
                            <a:schemeClr val="bg1"/>
                          </a:solidFill>
                          <a:latin typeface="+mn-lt"/>
                        </a:rPr>
                        <a:t>/ Challenges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Champions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>
                          <a:solidFill>
                            <a:schemeClr val="bg1"/>
                          </a:solidFill>
                          <a:latin typeface="+mn-lt"/>
                        </a:rPr>
                        <a:t>Potential </a:t>
                      </a:r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Projects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1"/>
                          </a:solidFill>
                          <a:latin typeface="+mn-lt"/>
                        </a:rPr>
                        <a:t>LRQA Solutions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98941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latin typeface="+mn-lt"/>
                        </a:rPr>
                        <a:t>What markets</a:t>
                      </a:r>
                      <a:r>
                        <a:rPr lang="en-GB" sz="1100" baseline="0">
                          <a:solidFill>
                            <a:schemeClr val="tx1"/>
                          </a:solidFill>
                          <a:latin typeface="+mn-lt"/>
                        </a:rPr>
                        <a:t> do they serve?</a:t>
                      </a:r>
                      <a:r>
                        <a:rPr lang="en-GB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What are the main drivers of change in their market? What opportunities does their market present?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latin typeface="+mn-lt"/>
                        </a:rPr>
                        <a:t>What are their strategic goals?</a:t>
                      </a:r>
                      <a:r>
                        <a:rPr lang="en-GB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How do they make money? How successful are they compared to their competitors?</a:t>
                      </a:r>
                      <a:endParaRPr lang="en-GB" sz="11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latin typeface="+mn-lt"/>
                        </a:rPr>
                        <a:t>What dilemmas/challenges are they facing?</a:t>
                      </a:r>
                      <a:r>
                        <a:rPr lang="en-GB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What opportunities could they develop? What threatens future success?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latin typeface="+mn-lt"/>
                        </a:rPr>
                        <a:t>How do they measure success?</a:t>
                      </a:r>
                      <a:r>
                        <a:rPr lang="en-GB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What is their performance now? What should it ideally be?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latin typeface="+mn-lt"/>
                        </a:rPr>
                        <a:t>Who owns the metrics in the business? Which functions are affected or responsible for addressing?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latin typeface="+mn-lt"/>
                        </a:rPr>
                        <a:t>What plans &amp; projects do they already have in place? </a:t>
                      </a:r>
                      <a:r>
                        <a:rPr lang="en-GB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 is being considered for the future? How well are current initiatives working?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solidFill>
                            <a:schemeClr val="tx1"/>
                          </a:solidFill>
                          <a:latin typeface="+mn-lt"/>
                        </a:rPr>
                        <a:t>Which solutions could help the client achieve their goals? How?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460445"/>
                  </a:ext>
                </a:extLst>
              </a:tr>
              <a:tr h="1011309">
                <a:tc rowSpan="4">
                  <a:txBody>
                    <a:bodyPr/>
                    <a:lstStyle/>
                    <a:p>
                      <a:endParaRPr lang="en-GB" sz="13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6719"/>
                  </a:ext>
                </a:extLst>
              </a:tr>
              <a:tr h="1011309">
                <a:tc vMerge="1">
                  <a:txBody>
                    <a:bodyPr/>
                    <a:lstStyle/>
                    <a:p>
                      <a:endParaRPr lang="en-GB" sz="8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941153"/>
                  </a:ext>
                </a:extLst>
              </a:tr>
              <a:tr h="940877">
                <a:tc v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275844"/>
                  </a:ext>
                </a:extLst>
              </a:tr>
              <a:tr h="880946">
                <a:tc vMerge="1">
                  <a:txBody>
                    <a:bodyPr/>
                    <a:lstStyle/>
                    <a:p>
                      <a:endParaRPr lang="en-GB" sz="8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3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161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227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FC52-42FD-8707-5B0C-6C63BF2C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65C28-2C6B-968B-E66F-DECF1F273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644" y="126558"/>
            <a:ext cx="11319640" cy="490220"/>
          </a:xfrm>
        </p:spPr>
        <p:txBody>
          <a:bodyPr>
            <a:normAutofit fontScale="90000"/>
          </a:bodyPr>
          <a:lstStyle/>
          <a:p>
            <a:r>
              <a:rPr lang="en-GB">
                <a:latin typeface="Lato Black"/>
                <a:ea typeface="Lato Black"/>
                <a:cs typeface="Lato Black"/>
              </a:rPr>
              <a:t>Decision Process Mapping / Contacts Heatmap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FFCEF0-4395-DFCA-1B98-63ED5D5D24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54354" y="6414586"/>
            <a:ext cx="3370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b="1" kern="1200">
                <a:solidFill>
                  <a:schemeClr val="bg1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Account Plan MEDDPICC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Black" panose="020F0A02020204030203" pitchFamily="34" charset="0"/>
              <a:ea typeface="+mn-ea"/>
              <a:cs typeface="+mn-cs"/>
            </a:endParaRPr>
          </a:p>
        </p:txBody>
      </p:sp>
      <p:sp>
        <p:nvSpPr>
          <p:cNvPr id="52" name="Slide Number Placeholder 3">
            <a:extLst>
              <a:ext uri="{FF2B5EF4-FFF2-40B4-BE49-F238E27FC236}">
                <a16:creationId xmlns:a16="http://schemas.microsoft.com/office/drawing/2014/main" id="{1992C7A2-874A-DAE8-2032-8CA1A3EDCAE2}"/>
              </a:ext>
            </a:extLst>
          </p:cNvPr>
          <p:cNvSpPr txBox="1">
            <a:spLocks/>
          </p:cNvSpPr>
          <p:nvPr/>
        </p:nvSpPr>
        <p:spPr>
          <a:xfrm>
            <a:off x="11607284" y="6414586"/>
            <a:ext cx="4356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9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6C9BE-BD28-4B59-B0C8-442E93857988}" type="slidenum"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tint val="7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58DA8F-B4F9-46E8-6211-871DD440E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390960"/>
              </p:ext>
            </p:extLst>
          </p:nvPr>
        </p:nvGraphicFramePr>
        <p:xfrm>
          <a:off x="284969" y="604383"/>
          <a:ext cx="11068548" cy="5613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758">
                  <a:extLst>
                    <a:ext uri="{9D8B030D-6E8A-4147-A177-3AD203B41FA5}">
                      <a16:colId xmlns:a16="http://schemas.microsoft.com/office/drawing/2014/main" val="2314204307"/>
                    </a:ext>
                  </a:extLst>
                </a:gridCol>
                <a:gridCol w="1844758">
                  <a:extLst>
                    <a:ext uri="{9D8B030D-6E8A-4147-A177-3AD203B41FA5}">
                      <a16:colId xmlns:a16="http://schemas.microsoft.com/office/drawing/2014/main" val="3622550641"/>
                    </a:ext>
                  </a:extLst>
                </a:gridCol>
                <a:gridCol w="1844758">
                  <a:extLst>
                    <a:ext uri="{9D8B030D-6E8A-4147-A177-3AD203B41FA5}">
                      <a16:colId xmlns:a16="http://schemas.microsoft.com/office/drawing/2014/main" val="2162964865"/>
                    </a:ext>
                  </a:extLst>
                </a:gridCol>
                <a:gridCol w="1844758">
                  <a:extLst>
                    <a:ext uri="{9D8B030D-6E8A-4147-A177-3AD203B41FA5}">
                      <a16:colId xmlns:a16="http://schemas.microsoft.com/office/drawing/2014/main" val="1610436836"/>
                    </a:ext>
                  </a:extLst>
                </a:gridCol>
                <a:gridCol w="1343674">
                  <a:extLst>
                    <a:ext uri="{9D8B030D-6E8A-4147-A177-3AD203B41FA5}">
                      <a16:colId xmlns:a16="http://schemas.microsoft.com/office/drawing/2014/main" val="3692948897"/>
                    </a:ext>
                  </a:extLst>
                </a:gridCol>
                <a:gridCol w="2345842">
                  <a:extLst>
                    <a:ext uri="{9D8B030D-6E8A-4147-A177-3AD203B41FA5}">
                      <a16:colId xmlns:a16="http://schemas.microsoft.com/office/drawing/2014/main" val="3793815571"/>
                    </a:ext>
                  </a:extLst>
                </a:gridCol>
              </a:tblGrid>
              <a:tr h="1006432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Dept / Function / Business Area that owns the Metrics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Decision Maker Name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Decision-Making Role (incl. Champion / Economic Buyer)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Support Status</a:t>
                      </a:r>
                    </a:p>
                    <a:p>
                      <a:pPr algn="ctr"/>
                      <a:r>
                        <a:rPr lang="en-GB" sz="1200"/>
                        <a:t>(supporter, detractor, neutral)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Marker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Action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368514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263363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589365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190194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203420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329643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269837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556054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84760"/>
                  </a:ext>
                </a:extLst>
              </a:tr>
            </a:tbl>
          </a:graphicData>
        </a:graphic>
      </p:graphicFrame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329DD5A3-60EF-C777-A469-C59AB347F582}"/>
              </a:ext>
            </a:extLst>
          </p:cNvPr>
          <p:cNvSpPr/>
          <p:nvPr/>
        </p:nvSpPr>
        <p:spPr>
          <a:xfrm>
            <a:off x="6620733" y="1565325"/>
            <a:ext cx="315970" cy="301608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839560A-0967-AF9F-0A2D-6EC72F8CB3B1}"/>
              </a:ext>
            </a:extLst>
          </p:cNvPr>
          <p:cNvSpPr/>
          <p:nvPr/>
        </p:nvSpPr>
        <p:spPr>
          <a:xfrm>
            <a:off x="6620733" y="2158882"/>
            <a:ext cx="315970" cy="301608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8C658B71-3C55-80DE-A82F-D947AF5EF8B6}"/>
              </a:ext>
            </a:extLst>
          </p:cNvPr>
          <p:cNvSpPr/>
          <p:nvPr/>
        </p:nvSpPr>
        <p:spPr>
          <a:xfrm>
            <a:off x="6620733" y="2753766"/>
            <a:ext cx="315970" cy="30160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7E2A299-3BD2-078D-D488-7FDCE1D3C627}"/>
              </a:ext>
            </a:extLst>
          </p:cNvPr>
          <p:cNvSpPr/>
          <p:nvPr/>
        </p:nvSpPr>
        <p:spPr>
          <a:xfrm>
            <a:off x="6623194" y="3276899"/>
            <a:ext cx="315970" cy="301608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361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D1F9D0B4-D646-E88B-FAD3-1B86E75E16AF}"/>
              </a:ext>
            </a:extLst>
          </p:cNvPr>
          <p:cNvSpPr txBox="1"/>
          <p:nvPr/>
        </p:nvSpPr>
        <p:spPr>
          <a:xfrm>
            <a:off x="275020" y="1432416"/>
            <a:ext cx="11682000" cy="6840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582986" tIns="0" rIns="504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b="1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Opportunity</a:t>
            </a:r>
            <a:r>
              <a:rPr kumimoji="0" lang="es-MX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 Lead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1300A-4D68-45A5-A1F8-3A6BA9C83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644" y="126558"/>
            <a:ext cx="11319640" cy="490220"/>
          </a:xfrm>
        </p:spPr>
        <p:txBody>
          <a:bodyPr>
            <a:normAutofit fontScale="90000"/>
          </a:bodyPr>
          <a:lstStyle/>
          <a:p>
            <a:r>
              <a:rPr lang="en-GB"/>
              <a:t>Account Management Team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5F2FD9-ECC5-4B5F-AC54-637385E38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54354" y="6414586"/>
            <a:ext cx="3370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b="1" kern="1200">
                <a:solidFill>
                  <a:schemeClr val="bg1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Account Plan MEDDPICC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Black" panose="020F0A02020204030203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DB3F8E-AB93-4660-AF4F-E1D9DBEEB5EA}"/>
              </a:ext>
            </a:extLst>
          </p:cNvPr>
          <p:cNvSpPr txBox="1"/>
          <p:nvPr/>
        </p:nvSpPr>
        <p:spPr>
          <a:xfrm>
            <a:off x="275020" y="656068"/>
            <a:ext cx="11682000" cy="7745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582986" tIns="0" rIns="504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alpha val="10000"/>
                  </a:scheme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Account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alpha val="10000"/>
                  </a:scheme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EB83EB-F051-4883-9116-37F44F3D32CE}"/>
              </a:ext>
            </a:extLst>
          </p:cNvPr>
          <p:cNvSpPr txBox="1"/>
          <p:nvPr/>
        </p:nvSpPr>
        <p:spPr>
          <a:xfrm>
            <a:off x="275020" y="2116461"/>
            <a:ext cx="11682000" cy="298912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txBody>
          <a:bodyPr wrap="square" lIns="582986" tIns="0" rIns="504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400" b="1">
                <a:solidFill>
                  <a:prstClr val="black">
                    <a:alpha val="10000"/>
                  </a:prstClr>
                </a:solidFill>
                <a:latin typeface="Lato"/>
              </a:rPr>
              <a:t>Client </a:t>
            </a:r>
            <a:r>
              <a:rPr lang="es-MX" sz="2400" b="1" err="1">
                <a:solidFill>
                  <a:prstClr val="black">
                    <a:alpha val="10000"/>
                  </a:prstClr>
                </a:solidFill>
                <a:latin typeface="Lato"/>
              </a:rPr>
              <a:t>Operations</a:t>
            </a:r>
            <a:endParaRPr lang="es-MX" sz="2400" b="1">
              <a:solidFill>
                <a:prstClr val="black">
                  <a:alpha val="10000"/>
                </a:prstClr>
              </a:solidFill>
              <a:latin typeface="Lat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7C0F31-F0C7-4489-B48E-ED3645A9BB2B}"/>
              </a:ext>
            </a:extLst>
          </p:cNvPr>
          <p:cNvSpPr txBox="1"/>
          <p:nvPr/>
        </p:nvSpPr>
        <p:spPr>
          <a:xfrm>
            <a:off x="275020" y="5105581"/>
            <a:ext cx="11682000" cy="720000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txBody>
          <a:bodyPr wrap="square" lIns="582986" tIns="0" rIns="504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400" b="1">
                <a:solidFill>
                  <a:prstClr val="black">
                    <a:alpha val="10000"/>
                  </a:prstClr>
                </a:solidFill>
                <a:latin typeface="Lato"/>
              </a:rPr>
              <a:t>Services  Delivery</a:t>
            </a:r>
          </a:p>
        </p:txBody>
      </p:sp>
      <p:sp>
        <p:nvSpPr>
          <p:cNvPr id="52" name="Slide Number Placeholder 3">
            <a:extLst>
              <a:ext uri="{FF2B5EF4-FFF2-40B4-BE49-F238E27FC236}">
                <a16:creationId xmlns:a16="http://schemas.microsoft.com/office/drawing/2014/main" id="{F4C51F63-2CF8-4690-A03B-7A9F40D823F3}"/>
              </a:ext>
            </a:extLst>
          </p:cNvPr>
          <p:cNvSpPr txBox="1">
            <a:spLocks/>
          </p:cNvSpPr>
          <p:nvPr/>
        </p:nvSpPr>
        <p:spPr>
          <a:xfrm>
            <a:off x="11607284" y="6414586"/>
            <a:ext cx="4356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9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6C9BE-BD28-4B59-B0C8-442E93857988}" type="slidenum"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tint val="7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1D9281-42C4-47A9-8200-723C5B4E6195}"/>
              </a:ext>
            </a:extLst>
          </p:cNvPr>
          <p:cNvCxnSpPr>
            <a:cxnSpLocks/>
          </p:cNvCxnSpPr>
          <p:nvPr/>
        </p:nvCxnSpPr>
        <p:spPr>
          <a:xfrm>
            <a:off x="11743468" y="918090"/>
            <a:ext cx="0" cy="4716000"/>
          </a:xfrm>
          <a:prstGeom prst="straightConnector1">
            <a:avLst/>
          </a:prstGeom>
          <a:ln w="38100">
            <a:solidFill>
              <a:srgbClr val="088C8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C73AD7-235C-8DBC-F15F-19791249B93E}"/>
              </a:ext>
            </a:extLst>
          </p:cNvPr>
          <p:cNvGrpSpPr/>
          <p:nvPr/>
        </p:nvGrpSpPr>
        <p:grpSpPr>
          <a:xfrm>
            <a:off x="351947" y="767026"/>
            <a:ext cx="2235810" cy="5126788"/>
            <a:chOff x="351947" y="767026"/>
            <a:chExt cx="2235810" cy="51267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1DE1874-6028-0B2D-F869-FF31972FD442}"/>
                </a:ext>
              </a:extLst>
            </p:cNvPr>
            <p:cNvSpPr/>
            <p:nvPr/>
          </p:nvSpPr>
          <p:spPr>
            <a:xfrm>
              <a:off x="351947" y="767026"/>
              <a:ext cx="2235810" cy="52322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874454"/>
              <a:r>
                <a:rPr lang="en-US" sz="1400" b="1">
                  <a:solidFill>
                    <a:srgbClr val="0F1232"/>
                  </a:solidFill>
                  <a:latin typeface="Source Sans Pro"/>
                  <a:ea typeface="Source Sans Pro"/>
                </a:rPr>
                <a:t>Global Account Manager</a:t>
              </a:r>
            </a:p>
            <a:p>
              <a:pPr algn="ctr" defTabSz="874454"/>
              <a:r>
                <a:rPr lang="en-US" sz="1400">
                  <a:solidFill>
                    <a:schemeClr val="bg1">
                      <a:lumMod val="50000"/>
                    </a:schemeClr>
                  </a:solidFill>
                  <a:highlight>
                    <a:srgbClr val="FFFF00"/>
                  </a:highlight>
                </a:rPr>
                <a:t>INSERT NAME </a:t>
              </a:r>
              <a:endParaRPr lang="en-US" sz="1400" b="1">
                <a:solidFill>
                  <a:srgbClr val="0F1232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4496F1-F134-E756-D9A4-9FB089333359}"/>
                </a:ext>
              </a:extLst>
            </p:cNvPr>
            <p:cNvSpPr/>
            <p:nvPr/>
          </p:nvSpPr>
          <p:spPr>
            <a:xfrm>
              <a:off x="583637" y="1569094"/>
              <a:ext cx="1771200" cy="460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US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SAM Region/Country </a:t>
              </a:r>
              <a:r>
                <a:rPr lang="en-US" sz="1200" b="1" err="1">
                  <a:solidFill>
                    <a:srgbClr val="0F1232"/>
                  </a:solidFill>
                  <a:latin typeface="Source Sans Pro"/>
                  <a:ea typeface="Source Sans Pro"/>
                </a:rPr>
                <a:t>Xxxxx</a:t>
              </a:r>
              <a:r>
                <a:rPr lang="en-US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 </a:t>
              </a:r>
              <a:r>
                <a:rPr lang="en-US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  <a:ea typeface="Source Sans Pro"/>
                </a:rPr>
                <a:t>NAME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7E9A108-9652-27DD-32A8-9D280E63DDDD}"/>
                </a:ext>
              </a:extLst>
            </p:cNvPr>
            <p:cNvSpPr/>
            <p:nvPr/>
          </p:nvSpPr>
          <p:spPr>
            <a:xfrm>
              <a:off x="466332" y="1493979"/>
              <a:ext cx="2013840" cy="4399835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80000" rIns="180000" bIns="0" rtlCol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endParaRPr lang="en-NZ" sz="1600" b="1">
                <a:solidFill>
                  <a:schemeClr val="bg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82C6CB0-EF1E-88BD-D8F3-2804A2809846}"/>
                </a:ext>
              </a:extLst>
            </p:cNvPr>
            <p:cNvSpPr/>
            <p:nvPr/>
          </p:nvSpPr>
          <p:spPr>
            <a:xfrm>
              <a:off x="587558" y="2249780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solidFill>
                    <a:prstClr val="black"/>
                  </a:solidFill>
                  <a:latin typeface="Source Sans Pro"/>
                </a:rPr>
                <a:t>Program Support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51B8F71-4063-8D9E-B7F3-AE7FB779609C}"/>
                </a:ext>
              </a:extLst>
            </p:cNvPr>
            <p:cNvSpPr/>
            <p:nvPr/>
          </p:nvSpPr>
          <p:spPr>
            <a:xfrm>
              <a:off x="587560" y="4513317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Technical Lead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en-NZ" sz="1200">
                <a:solidFill>
                  <a:srgbClr val="0F1232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F368D49-CE88-4D02-A34E-4EE3D50C38D7}"/>
                </a:ext>
              </a:extLst>
            </p:cNvPr>
            <p:cNvSpPr/>
            <p:nvPr/>
          </p:nvSpPr>
          <p:spPr>
            <a:xfrm>
              <a:off x="587558" y="3947432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solidFill>
                    <a:prstClr val="black"/>
                  </a:solidFill>
                  <a:latin typeface="Source Sans Pro"/>
                </a:rPr>
                <a:t>Escalation 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98A660E-218E-4D48-393F-BD156D834872}"/>
                </a:ext>
              </a:extLst>
            </p:cNvPr>
            <p:cNvSpPr/>
            <p:nvPr/>
          </p:nvSpPr>
          <p:spPr>
            <a:xfrm>
              <a:off x="587558" y="2815664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Coordinator / Planner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en-NZ" sz="1200">
                <a:solidFill>
                  <a:srgbClr val="0F1232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A73F22-9D12-79C0-B3AA-5580D53BDFC9}"/>
                </a:ext>
              </a:extLst>
            </p:cNvPr>
            <p:cNvSpPr/>
            <p:nvPr/>
          </p:nvSpPr>
          <p:spPr>
            <a:xfrm>
              <a:off x="587558" y="3381548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Regional Support - </a:t>
              </a: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32CB44A-02D8-006D-5221-E79240C8C3A1}"/>
                </a:ext>
              </a:extLst>
            </p:cNvPr>
            <p:cNvSpPr/>
            <p:nvPr/>
          </p:nvSpPr>
          <p:spPr>
            <a:xfrm>
              <a:off x="583637" y="5242106"/>
              <a:ext cx="1771200" cy="460800"/>
            </a:xfrm>
            <a:prstGeom prst="rect">
              <a:avLst/>
            </a:prstGeom>
            <a:solidFill>
              <a:srgbClr val="088C8A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chemeClr val="bg1"/>
                  </a:solidFill>
                  <a:latin typeface="Source Sans Pro"/>
                  <a:ea typeface="Source Sans Pro"/>
                </a:rPr>
                <a:t>CRM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bg1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en-NZ" sz="1200">
                <a:solidFill>
                  <a:schemeClr val="bg1"/>
                </a:solidFill>
                <a:latin typeface="Source Sans Pro"/>
                <a:ea typeface="Source Sans Pro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C2B194-3380-7098-2813-BCE0FC52C233}"/>
              </a:ext>
            </a:extLst>
          </p:cNvPr>
          <p:cNvGrpSpPr/>
          <p:nvPr/>
        </p:nvGrpSpPr>
        <p:grpSpPr>
          <a:xfrm>
            <a:off x="3500474" y="772284"/>
            <a:ext cx="2235810" cy="5121530"/>
            <a:chOff x="3610012" y="772284"/>
            <a:chExt cx="2235810" cy="5121530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8D45149-F827-BFF1-09E7-7E95D20DB185}"/>
                </a:ext>
              </a:extLst>
            </p:cNvPr>
            <p:cNvSpPr/>
            <p:nvPr/>
          </p:nvSpPr>
          <p:spPr>
            <a:xfrm>
              <a:off x="3610012" y="772284"/>
              <a:ext cx="2235810" cy="52322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874454"/>
              <a:r>
                <a:rPr lang="en-US" sz="1400" b="1">
                  <a:solidFill>
                    <a:srgbClr val="0F1232"/>
                  </a:solidFill>
                  <a:latin typeface="Source Sans Pro"/>
                  <a:ea typeface="Source Sans Pro"/>
                </a:rPr>
                <a:t>Program Manager</a:t>
              </a:r>
            </a:p>
            <a:p>
              <a:pPr algn="ctr" defTabSz="874454"/>
              <a:r>
                <a:rPr lang="en-US" sz="1400" b="1">
                  <a:solidFill>
                    <a:srgbClr val="0F1232"/>
                  </a:solidFill>
                  <a:latin typeface="Source Sans Pro"/>
                  <a:ea typeface="Source Sans Pro"/>
                </a:rPr>
                <a:t> </a:t>
              </a:r>
              <a:r>
                <a:rPr lang="en-US" sz="1400">
                  <a:solidFill>
                    <a:schemeClr val="bg1">
                      <a:lumMod val="50000"/>
                    </a:schemeClr>
                  </a:solidFill>
                  <a:highlight>
                    <a:srgbClr val="FFFF00"/>
                  </a:highlight>
                </a:rPr>
                <a:t>INSERT NAME </a:t>
              </a:r>
              <a:endParaRPr lang="en-US" sz="1400" b="1">
                <a:solidFill>
                  <a:srgbClr val="0F1232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AF9A-55F3-B110-C9D9-5AE49CE6AC36}"/>
                </a:ext>
              </a:extLst>
            </p:cNvPr>
            <p:cNvSpPr/>
            <p:nvPr/>
          </p:nvSpPr>
          <p:spPr>
            <a:xfrm>
              <a:off x="3845781" y="1577573"/>
              <a:ext cx="1771200" cy="46166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874454">
                <a:defRPr/>
              </a:pPr>
              <a:r>
                <a:rPr lang="en-US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SAM Region/Country </a:t>
              </a:r>
              <a:r>
                <a:rPr lang="en-US" sz="1200" b="1" err="1">
                  <a:solidFill>
                    <a:srgbClr val="0F1232"/>
                  </a:solidFill>
                  <a:latin typeface="Source Sans Pro"/>
                  <a:ea typeface="Source Sans Pro"/>
                </a:rPr>
                <a:t>Xxxxx</a:t>
              </a:r>
              <a:r>
                <a:rPr lang="en-US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 </a:t>
              </a: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013114-1F32-26C4-6627-2097A75D3491}"/>
                </a:ext>
              </a:extLst>
            </p:cNvPr>
            <p:cNvSpPr/>
            <p:nvPr/>
          </p:nvSpPr>
          <p:spPr>
            <a:xfrm>
              <a:off x="3720997" y="1494614"/>
              <a:ext cx="2013840" cy="4399200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80000" rIns="180000" bIns="0" rtlCol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endParaRPr lang="en-NZ" sz="1600" b="1">
                <a:solidFill>
                  <a:schemeClr val="bg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1DB7C3D-C2A7-EAAC-7628-C3D3F21D50D8}"/>
                </a:ext>
              </a:extLst>
            </p:cNvPr>
            <p:cNvSpPr/>
            <p:nvPr/>
          </p:nvSpPr>
          <p:spPr>
            <a:xfrm>
              <a:off x="3849702" y="2249181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solidFill>
                    <a:prstClr val="black"/>
                  </a:solidFill>
                  <a:latin typeface="Source Sans Pro"/>
                </a:rPr>
                <a:t>Program Support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7657582-A5D8-AC0E-B377-BED92F1C2520}"/>
                </a:ext>
              </a:extLst>
            </p:cNvPr>
            <p:cNvSpPr/>
            <p:nvPr/>
          </p:nvSpPr>
          <p:spPr>
            <a:xfrm>
              <a:off x="3849704" y="4512718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Technical Lead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en-NZ" sz="1200">
                <a:solidFill>
                  <a:srgbClr val="0F1232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AB46339-B1DB-29B3-1305-CED3D1995716}"/>
                </a:ext>
              </a:extLst>
            </p:cNvPr>
            <p:cNvSpPr/>
            <p:nvPr/>
          </p:nvSpPr>
          <p:spPr>
            <a:xfrm>
              <a:off x="3849702" y="3946833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solidFill>
                    <a:prstClr val="black"/>
                  </a:solidFill>
                  <a:latin typeface="Source Sans Pro"/>
                </a:rPr>
                <a:t>Escalation 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FE7D25A-5062-47A5-037C-B14C8BA48729}"/>
                </a:ext>
              </a:extLst>
            </p:cNvPr>
            <p:cNvSpPr/>
            <p:nvPr/>
          </p:nvSpPr>
          <p:spPr>
            <a:xfrm>
              <a:off x="3849702" y="2815065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Coordinator / Planner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en-NZ" sz="1200">
                <a:solidFill>
                  <a:srgbClr val="0F1232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421A16C-14C7-45C8-7E30-82BA6D406CD8}"/>
                </a:ext>
              </a:extLst>
            </p:cNvPr>
            <p:cNvSpPr/>
            <p:nvPr/>
          </p:nvSpPr>
          <p:spPr>
            <a:xfrm>
              <a:off x="3849702" y="3380949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Regional Support - </a:t>
              </a: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7CBE822-B3E1-5CCF-149F-F1E524842F4B}"/>
                </a:ext>
              </a:extLst>
            </p:cNvPr>
            <p:cNvSpPr/>
            <p:nvPr/>
          </p:nvSpPr>
          <p:spPr>
            <a:xfrm>
              <a:off x="3849702" y="5236026"/>
              <a:ext cx="1771200" cy="460800"/>
            </a:xfrm>
            <a:prstGeom prst="rect">
              <a:avLst/>
            </a:prstGeom>
            <a:solidFill>
              <a:srgbClr val="088C8A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chemeClr val="bg1"/>
                  </a:solidFill>
                  <a:latin typeface="Source Sans Pro"/>
                  <a:ea typeface="Source Sans Pro"/>
                </a:rPr>
                <a:t>CRM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bg1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en-NZ" sz="1200">
                <a:solidFill>
                  <a:schemeClr val="bg1"/>
                </a:solidFill>
                <a:latin typeface="Source Sans Pro"/>
                <a:ea typeface="Source Sans Pro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345CBB-CE29-1D39-5302-1011ED6088AC}"/>
              </a:ext>
            </a:extLst>
          </p:cNvPr>
          <p:cNvGrpSpPr/>
          <p:nvPr/>
        </p:nvGrpSpPr>
        <p:grpSpPr>
          <a:xfrm>
            <a:off x="6649001" y="762333"/>
            <a:ext cx="2235810" cy="5159620"/>
            <a:chOff x="6649001" y="762333"/>
            <a:chExt cx="2235810" cy="515962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AE48811-F6F1-E29D-B168-E73D07359D5D}"/>
                </a:ext>
              </a:extLst>
            </p:cNvPr>
            <p:cNvSpPr/>
            <p:nvPr/>
          </p:nvSpPr>
          <p:spPr>
            <a:xfrm>
              <a:off x="6649001" y="762333"/>
              <a:ext cx="2235810" cy="52322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874454"/>
              <a:r>
                <a:rPr lang="en-US" sz="1400" b="1">
                  <a:solidFill>
                    <a:srgbClr val="0F1232"/>
                  </a:solidFill>
                  <a:latin typeface="Source Sans Pro"/>
                  <a:ea typeface="Source Sans Pro"/>
                </a:rPr>
                <a:t>Escalation</a:t>
              </a:r>
            </a:p>
            <a:p>
              <a:pPr algn="ctr" defTabSz="874454"/>
              <a:r>
                <a:rPr lang="en-US" sz="1400" b="1">
                  <a:solidFill>
                    <a:srgbClr val="0F1232"/>
                  </a:solidFill>
                  <a:latin typeface="Source Sans Pro"/>
                  <a:ea typeface="Source Sans Pro"/>
                </a:rPr>
                <a:t> </a:t>
              </a:r>
              <a:r>
                <a:rPr lang="en-US" sz="1400">
                  <a:solidFill>
                    <a:schemeClr val="bg1">
                      <a:lumMod val="50000"/>
                    </a:schemeClr>
                  </a:solidFill>
                  <a:highlight>
                    <a:srgbClr val="FFFF00"/>
                  </a:highlight>
                </a:rPr>
                <a:t>INSERT NAME </a:t>
              </a:r>
              <a:endParaRPr lang="en-US" sz="1400" b="1">
                <a:solidFill>
                  <a:srgbClr val="0F1232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634BE6-FC3E-1F7A-0A9D-C581D735F194}"/>
                </a:ext>
              </a:extLst>
            </p:cNvPr>
            <p:cNvSpPr/>
            <p:nvPr/>
          </p:nvSpPr>
          <p:spPr>
            <a:xfrm>
              <a:off x="6881572" y="1603140"/>
              <a:ext cx="1771200" cy="46166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874454">
                <a:defRPr/>
              </a:pPr>
              <a:r>
                <a:rPr lang="en-US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SAM Region/Country </a:t>
              </a:r>
              <a:r>
                <a:rPr lang="en-US" sz="1200" b="1" err="1">
                  <a:solidFill>
                    <a:srgbClr val="0F1232"/>
                  </a:solidFill>
                  <a:latin typeface="Source Sans Pro"/>
                  <a:ea typeface="Source Sans Pro"/>
                </a:rPr>
                <a:t>Xxxxx</a:t>
              </a:r>
              <a:r>
                <a:rPr lang="en-US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 </a:t>
              </a: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93168E-1676-6B84-CCBF-174CCD77B240}"/>
                </a:ext>
              </a:extLst>
            </p:cNvPr>
            <p:cNvSpPr/>
            <p:nvPr/>
          </p:nvSpPr>
          <p:spPr>
            <a:xfrm>
              <a:off x="6759986" y="1522753"/>
              <a:ext cx="2013840" cy="4399200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80000" rIns="180000" bIns="0" rtlCol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endParaRPr lang="en-NZ" sz="1600" b="1">
                <a:solidFill>
                  <a:schemeClr val="bg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D2ECB80-DD3A-3AC6-03B9-D48C3A379B13}"/>
                </a:ext>
              </a:extLst>
            </p:cNvPr>
            <p:cNvSpPr/>
            <p:nvPr/>
          </p:nvSpPr>
          <p:spPr>
            <a:xfrm>
              <a:off x="6885493" y="2274748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solidFill>
                    <a:prstClr val="black"/>
                  </a:solidFill>
                  <a:latin typeface="Source Sans Pro"/>
                </a:rPr>
                <a:t>Program Support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2C75659B-5E0E-214A-E19B-9CE1AD57F2A4}"/>
                </a:ext>
              </a:extLst>
            </p:cNvPr>
            <p:cNvSpPr/>
            <p:nvPr/>
          </p:nvSpPr>
          <p:spPr>
            <a:xfrm>
              <a:off x="6885495" y="4538285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Technical Lead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en-NZ" sz="1200">
                <a:solidFill>
                  <a:srgbClr val="0F1232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413D8D3-5C7E-B77D-DD53-F57BBA6E2A26}"/>
                </a:ext>
              </a:extLst>
            </p:cNvPr>
            <p:cNvSpPr/>
            <p:nvPr/>
          </p:nvSpPr>
          <p:spPr>
            <a:xfrm>
              <a:off x="6885493" y="3972400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solidFill>
                    <a:prstClr val="black"/>
                  </a:solidFill>
                  <a:latin typeface="Source Sans Pro"/>
                </a:rPr>
                <a:t>Escalation 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1D8B84D-1F29-F63B-829D-63C54371D2F2}"/>
                </a:ext>
              </a:extLst>
            </p:cNvPr>
            <p:cNvSpPr/>
            <p:nvPr/>
          </p:nvSpPr>
          <p:spPr>
            <a:xfrm>
              <a:off x="6885493" y="2840632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Coordinator / Planner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en-NZ" sz="1200">
                <a:solidFill>
                  <a:srgbClr val="0F1232"/>
                </a:solidFill>
                <a:latin typeface="Source Sans Pro"/>
                <a:ea typeface="Source Sans Pro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BF77ADE-9D4B-AFEA-FD93-C7E29B50506E}"/>
                </a:ext>
              </a:extLst>
            </p:cNvPr>
            <p:cNvSpPr/>
            <p:nvPr/>
          </p:nvSpPr>
          <p:spPr>
            <a:xfrm>
              <a:off x="6885493" y="3406516"/>
              <a:ext cx="1771200" cy="460800"/>
            </a:xfrm>
            <a:prstGeom prst="rect">
              <a:avLst/>
            </a:prstGeom>
            <a:solidFill>
              <a:srgbClr val="CCCCCC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rgbClr val="0F1232"/>
                  </a:solidFill>
                  <a:latin typeface="Source Sans Pro"/>
                  <a:ea typeface="Source Sans Pro"/>
                </a:rPr>
                <a:t>Regional Support - </a:t>
              </a:r>
              <a:r>
                <a:rPr lang="en-GB" sz="1200">
                  <a:solidFill>
                    <a:schemeClr val="accent2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de-DE" sz="1200">
                <a:solidFill>
                  <a:schemeClr val="accent2"/>
                </a:solidFill>
                <a:highlight>
                  <a:srgbClr val="FFFF00"/>
                </a:highlight>
                <a:latin typeface="Source Sans Pro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F8249FC-9F5E-EE6E-E488-92F8260670E4}"/>
                </a:ext>
              </a:extLst>
            </p:cNvPr>
            <p:cNvSpPr/>
            <p:nvPr/>
          </p:nvSpPr>
          <p:spPr>
            <a:xfrm>
              <a:off x="6881572" y="5264691"/>
              <a:ext cx="1771200" cy="460800"/>
            </a:xfrm>
            <a:prstGeom prst="rect">
              <a:avLst/>
            </a:prstGeom>
            <a:solidFill>
              <a:srgbClr val="088C8A"/>
            </a:solidFill>
          </p:spPr>
          <p:txBody>
            <a:bodyPr wrap="square" lIns="91440" tIns="45720" rIns="91440" bIns="45720" anchor="t">
              <a:noAutofit/>
            </a:bodyPr>
            <a:lstStyle/>
            <a:p>
              <a:pPr algn="ctr" defTabSz="874454">
                <a:defRPr/>
              </a:pPr>
              <a:r>
                <a:rPr lang="en-NZ" sz="1200" b="1">
                  <a:solidFill>
                    <a:schemeClr val="bg1"/>
                  </a:solidFill>
                  <a:latin typeface="Source Sans Pro"/>
                  <a:ea typeface="Source Sans Pro"/>
                </a:rPr>
                <a:t>CRM</a:t>
              </a:r>
            </a:p>
            <a:p>
              <a:pPr marL="0" marR="0" lvl="0" indent="0" algn="ctr" defTabSz="8744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>
                  <a:solidFill>
                    <a:schemeClr val="bg1"/>
                  </a:solidFill>
                  <a:highlight>
                    <a:srgbClr val="FFFF00"/>
                  </a:highlight>
                  <a:latin typeface="Source Sans Pro"/>
                </a:rPr>
                <a:t>NAME</a:t>
              </a:r>
              <a:endParaRPr lang="en-NZ" sz="1200">
                <a:solidFill>
                  <a:schemeClr val="bg1"/>
                </a:solidFill>
                <a:latin typeface="Source Sans Pro"/>
                <a:ea typeface="Source Sans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46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4C1F5-1C3F-BC91-AFB2-C47794B8C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208603"/>
            <a:ext cx="10908000" cy="576264"/>
          </a:xfrm>
        </p:spPr>
        <p:txBody>
          <a:bodyPr/>
          <a:lstStyle/>
          <a:p>
            <a:r>
              <a:rPr lang="en-GB"/>
              <a:t>Action plan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3E33F-9D36-08F6-6F87-3832E0BEF7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Presentation title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A3387-EC0B-AC6E-C7DA-2A62488BD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83779D-C340-494C-9B53-38C528D6A960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21EB45-7841-50AF-9609-9F4A618D4A57}"/>
              </a:ext>
            </a:extLst>
          </p:cNvPr>
          <p:cNvGraphicFramePr>
            <a:graphicFrameLocks noGrp="1"/>
          </p:cNvGraphicFramePr>
          <p:nvPr/>
        </p:nvGraphicFramePr>
        <p:xfrm>
          <a:off x="314960" y="881919"/>
          <a:ext cx="11613690" cy="3563971"/>
        </p:xfrm>
        <a:graphic>
          <a:graphicData uri="http://schemas.openxmlformats.org/drawingml/2006/table">
            <a:tbl>
              <a:tblPr/>
              <a:tblGrid>
                <a:gridCol w="1209097">
                  <a:extLst>
                    <a:ext uri="{9D8B030D-6E8A-4147-A177-3AD203B41FA5}">
                      <a16:colId xmlns:a16="http://schemas.microsoft.com/office/drawing/2014/main" val="4110162134"/>
                    </a:ext>
                  </a:extLst>
                </a:gridCol>
                <a:gridCol w="938642">
                  <a:extLst>
                    <a:ext uri="{9D8B030D-6E8A-4147-A177-3AD203B41FA5}">
                      <a16:colId xmlns:a16="http://schemas.microsoft.com/office/drawing/2014/main" val="452263431"/>
                    </a:ext>
                  </a:extLst>
                </a:gridCol>
                <a:gridCol w="2656829">
                  <a:extLst>
                    <a:ext uri="{9D8B030D-6E8A-4147-A177-3AD203B41FA5}">
                      <a16:colId xmlns:a16="http://schemas.microsoft.com/office/drawing/2014/main" val="1542456310"/>
                    </a:ext>
                  </a:extLst>
                </a:gridCol>
                <a:gridCol w="811368">
                  <a:extLst>
                    <a:ext uri="{9D8B030D-6E8A-4147-A177-3AD203B41FA5}">
                      <a16:colId xmlns:a16="http://schemas.microsoft.com/office/drawing/2014/main" val="3139188293"/>
                    </a:ext>
                  </a:extLst>
                </a:gridCol>
                <a:gridCol w="811368">
                  <a:extLst>
                    <a:ext uri="{9D8B030D-6E8A-4147-A177-3AD203B41FA5}">
                      <a16:colId xmlns:a16="http://schemas.microsoft.com/office/drawing/2014/main" val="3133486079"/>
                    </a:ext>
                  </a:extLst>
                </a:gridCol>
                <a:gridCol w="811368">
                  <a:extLst>
                    <a:ext uri="{9D8B030D-6E8A-4147-A177-3AD203B41FA5}">
                      <a16:colId xmlns:a16="http://schemas.microsoft.com/office/drawing/2014/main" val="1771488123"/>
                    </a:ext>
                  </a:extLst>
                </a:gridCol>
                <a:gridCol w="811368">
                  <a:extLst>
                    <a:ext uri="{9D8B030D-6E8A-4147-A177-3AD203B41FA5}">
                      <a16:colId xmlns:a16="http://schemas.microsoft.com/office/drawing/2014/main" val="3110474217"/>
                    </a:ext>
                  </a:extLst>
                </a:gridCol>
                <a:gridCol w="3563650">
                  <a:extLst>
                    <a:ext uri="{9D8B030D-6E8A-4147-A177-3AD203B41FA5}">
                      <a16:colId xmlns:a16="http://schemas.microsoft.com/office/drawing/2014/main" val="989234836"/>
                    </a:ext>
                  </a:extLst>
                </a:gridCol>
              </a:tblGrid>
              <a:tr h="30858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050" b="1" i="0" u="none" strike="noStrike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</a:rPr>
                        <a:t>Goal Description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50" b="1" i="0" u="none" strike="noStrike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</a:rPr>
                        <a:t>Ambition</a:t>
                      </a:r>
                      <a:br>
                        <a:rPr lang="en-CA" sz="1050" b="1" i="0" u="none" strike="noStrike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CA" sz="1050" b="1" i="0" u="none" strike="noStrike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</a:rPr>
                        <a:t>(£ '000)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</a:rPr>
                        <a:t>Next Steps &amp; Key Milestones (next 6 months)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50" b="1" i="0" u="none" strike="noStrike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</a:rPr>
                        <a:t>Action Agreed (month)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50" b="1" i="0" u="none" strike="noStrike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</a:rPr>
                        <a:t>Last Update (date)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50" b="1" i="0" u="none" strike="noStrike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</a:rPr>
                        <a:t>By When (month)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50" b="1" i="0" u="none" strike="noStrike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</a:rPr>
                        <a:t>Status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50" b="1" i="0" u="none" strike="noStrike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</a:rPr>
                        <a:t>Risks &amp; Dependencies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85736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205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5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5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205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305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6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6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606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6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6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C06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6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6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D06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7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7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7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E07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18678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A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5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A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7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7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F07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7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6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7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507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6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6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6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706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6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3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7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3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9043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7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7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7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7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707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7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6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6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7E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7E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37481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807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7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7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807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7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C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7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7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C07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7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7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C07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7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7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D07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7E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7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7E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A07E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7D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7D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807D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7D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7E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7D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27799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1084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4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7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4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1084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8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8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B08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7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3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7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9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8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7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8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208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7E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9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8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7D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8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B08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7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7D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7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55537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84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0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8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8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8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708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8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8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C08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108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8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8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8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208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87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87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900" b="0" i="0" u="none" strike="noStrike">
                        <a:solidFill>
                          <a:srgbClr val="0D0D0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1087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8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8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8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rgbClr val="708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7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9062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9CD8AE-AD57-5E5D-3717-206F92718458}"/>
              </a:ext>
            </a:extLst>
          </p:cNvPr>
          <p:cNvGraphicFramePr>
            <a:graphicFrameLocks noGrp="1"/>
          </p:cNvGraphicFramePr>
          <p:nvPr/>
        </p:nvGraphicFramePr>
        <p:xfrm>
          <a:off x="7772399" y="277133"/>
          <a:ext cx="412376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588">
                  <a:extLst>
                    <a:ext uri="{9D8B030D-6E8A-4147-A177-3AD203B41FA5}">
                      <a16:colId xmlns:a16="http://schemas.microsoft.com/office/drawing/2014/main" val="259416664"/>
                    </a:ext>
                  </a:extLst>
                </a:gridCol>
                <a:gridCol w="1374588">
                  <a:extLst>
                    <a:ext uri="{9D8B030D-6E8A-4147-A177-3AD203B41FA5}">
                      <a16:colId xmlns:a16="http://schemas.microsoft.com/office/drawing/2014/main" val="2881925488"/>
                    </a:ext>
                  </a:extLst>
                </a:gridCol>
                <a:gridCol w="1374588">
                  <a:extLst>
                    <a:ext uri="{9D8B030D-6E8A-4147-A177-3AD203B41FA5}">
                      <a16:colId xmlns:a16="http://schemas.microsoft.com/office/drawing/2014/main" val="46311186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u="none" strike="noStrike" kern="1200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At risk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u="none" strike="noStrike" kern="1200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Not initiated</a:t>
                      </a:r>
                    </a:p>
                  </a:txBody>
                  <a:tcPr anchor="ctr">
                    <a:solidFill>
                      <a:srgbClr val="FFF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u="none" strike="noStrike" kern="1200">
                          <a:solidFill>
                            <a:srgbClr val="0D0D0D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On-Track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619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60201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Custom 5">
      <a:dk1>
        <a:sysClr val="windowText" lastClr="000000"/>
      </a:dk1>
      <a:lt1>
        <a:srgbClr val="FFFFFF"/>
      </a:lt1>
      <a:dk2>
        <a:srgbClr val="0F1232"/>
      </a:dk2>
      <a:lt2>
        <a:srgbClr val="0FF2B2"/>
      </a:lt2>
      <a:accent1>
        <a:srgbClr val="0FF2B2"/>
      </a:accent1>
      <a:accent2>
        <a:srgbClr val="088C8A"/>
      </a:accent2>
      <a:accent3>
        <a:srgbClr val="29FFFB"/>
      </a:accent3>
      <a:accent4>
        <a:srgbClr val="BF1F99"/>
      </a:accent4>
      <a:accent5>
        <a:srgbClr val="0087FF"/>
      </a:accent5>
      <a:accent6>
        <a:srgbClr val="FFE900"/>
      </a:accent6>
      <a:hlink>
        <a:srgbClr val="FF5D2E"/>
      </a:hlink>
      <a:folHlink>
        <a:srgbClr val="034A90"/>
      </a:folHlink>
    </a:clrScheme>
    <a:fontScheme name="Custom 2">
      <a:majorFont>
        <a:latin typeface="Lat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9050">
          <a:noFill/>
        </a:ln>
      </a:spPr>
      <a:bodyPr wrap="square" lIns="180000" tIns="180000" rIns="180000" bIns="0" rtlCol="0" anchor="t">
        <a:noAutofit/>
      </a:bodyPr>
      <a:lstStyle>
        <a:defPPr algn="l">
          <a:lnSpc>
            <a:spcPct val="90000"/>
          </a:lnSpc>
          <a:spcBef>
            <a:spcPts val="600"/>
          </a:spcBef>
          <a:defRPr sz="16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25400">
          <a:noFill/>
          <a:miter lim="800000"/>
        </a:ln>
      </a:spPr>
      <a:bodyPr wrap="square" lIns="0" tIns="0" rIns="0" bIns="0" rtlCol="0">
        <a:noAutofit/>
      </a:bodyPr>
      <a:lstStyle>
        <a:defPPr algn="l">
          <a:defRPr sz="2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2" id="{DC20A7E1-159C-4E0C-876A-F1EEB5C2217A}" vid="{8044987E-19E9-4A21-9A7B-F876D7EDD35A}"/>
    </a:ext>
  </a:extLst>
</a:theme>
</file>

<file path=ppt/theme/theme2.xml><?xml version="1.0" encoding="utf-8"?>
<a:theme xmlns:a="http://schemas.openxmlformats.org/drawingml/2006/main" name="1_Theme2">
  <a:themeElements>
    <a:clrScheme name="Custom 5">
      <a:dk1>
        <a:sysClr val="windowText" lastClr="000000"/>
      </a:dk1>
      <a:lt1>
        <a:srgbClr val="FFFFFF"/>
      </a:lt1>
      <a:dk2>
        <a:srgbClr val="0F1232"/>
      </a:dk2>
      <a:lt2>
        <a:srgbClr val="0FF2B2"/>
      </a:lt2>
      <a:accent1>
        <a:srgbClr val="0FF2B2"/>
      </a:accent1>
      <a:accent2>
        <a:srgbClr val="088C8A"/>
      </a:accent2>
      <a:accent3>
        <a:srgbClr val="29FFFB"/>
      </a:accent3>
      <a:accent4>
        <a:srgbClr val="BF1F99"/>
      </a:accent4>
      <a:accent5>
        <a:srgbClr val="0087FF"/>
      </a:accent5>
      <a:accent6>
        <a:srgbClr val="FFE900"/>
      </a:accent6>
      <a:hlink>
        <a:srgbClr val="FF5D2E"/>
      </a:hlink>
      <a:folHlink>
        <a:srgbClr val="034A90"/>
      </a:folHlink>
    </a:clrScheme>
    <a:fontScheme name="Custom 2">
      <a:majorFont>
        <a:latin typeface="Lat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9050">
          <a:noFill/>
        </a:ln>
      </a:spPr>
      <a:bodyPr wrap="square" lIns="72000" tIns="72000" rIns="72000" bIns="72000" rtlCol="0" anchor="ctr" anchorCtr="1">
        <a:noAutofit/>
      </a:bodyPr>
      <a:lstStyle>
        <a:defPPr algn="l">
          <a:lnSpc>
            <a:spcPct val="90000"/>
          </a:lnSpc>
          <a:spcBef>
            <a:spcPts val="600"/>
          </a:spcBef>
          <a:defRPr sz="16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25400">
          <a:noFill/>
          <a:miter lim="800000"/>
        </a:ln>
      </a:spPr>
      <a:bodyPr wrap="square" lIns="0" tIns="0" rIns="0" bIns="0" rtlCol="0">
        <a:noAutofit/>
      </a:bodyPr>
      <a:lstStyle>
        <a:defPPr algn="l">
          <a:defRPr sz="16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2" id="{DC20A7E1-159C-4E0C-876A-F1EEB5C2217A}" vid="{8044987E-19E9-4A21-9A7B-F876D7EDD3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5BFAB30355F24388E459A17AFAC238" ma:contentTypeVersion="11" ma:contentTypeDescription="Create a new document." ma:contentTypeScope="" ma:versionID="29d0dc0036416ede3fffa62528e6153b">
  <xsd:schema xmlns:xsd="http://www.w3.org/2001/XMLSchema" xmlns:xs="http://www.w3.org/2001/XMLSchema" xmlns:p="http://schemas.microsoft.com/office/2006/metadata/properties" xmlns:ns2="430beb0a-a0a4-4bdc-8de5-99df4502d8fa" xmlns:ns3="1d63469c-51da-41d2-9f5b-f787898c1568" targetNamespace="http://schemas.microsoft.com/office/2006/metadata/properties" ma:root="true" ma:fieldsID="853a9b3f911a5614bc0e8e51a1fed42b" ns2:_="" ns3:_="">
    <xsd:import namespace="430beb0a-a0a4-4bdc-8de5-99df4502d8fa"/>
    <xsd:import namespace="1d63469c-51da-41d2-9f5b-f787898c15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0beb0a-a0a4-4bdc-8de5-99df4502d8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b2ee2a8-3625-4f16-ae80-260bd78cd8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63469c-51da-41d2-9f5b-f787898c156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a6c17f9-62c5-4762-9cdd-73805f45e899}" ma:internalName="TaxCatchAll" ma:showField="CatchAllData" ma:web="1d63469c-51da-41d2-9f5b-f787898c15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0beb0a-a0a4-4bdc-8de5-99df4502d8fa">
      <Terms xmlns="http://schemas.microsoft.com/office/infopath/2007/PartnerControls"/>
    </lcf76f155ced4ddcb4097134ff3c332f>
    <TaxCatchAll xmlns="1d63469c-51da-41d2-9f5b-f787898c1568" xsi:nil="true"/>
  </documentManagement>
</p:properties>
</file>

<file path=customXml/itemProps1.xml><?xml version="1.0" encoding="utf-8"?>
<ds:datastoreItem xmlns:ds="http://schemas.openxmlformats.org/officeDocument/2006/customXml" ds:itemID="{D075762C-99F4-4085-A58E-A77F30B0D9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0beb0a-a0a4-4bdc-8de5-99df4502d8fa"/>
    <ds:schemaRef ds:uri="1d63469c-51da-41d2-9f5b-f787898c15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0DA3152-7FD5-4C9B-8F33-A3143DCF09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E03E9F-983E-4ACB-B01D-788200E1F7C9}">
  <ds:schemaRefs>
    <ds:schemaRef ds:uri="http://schemas.microsoft.com/office/infopath/2007/PartnerControls"/>
    <ds:schemaRef ds:uri="http://purl.org/dc/terms/"/>
    <ds:schemaRef ds:uri="1d63469c-51da-41d2-9f5b-f787898c1568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30beb0a-a0a4-4bdc-8de5-99df4502d8fa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655</Words>
  <Application>Microsoft Office PowerPoint</Application>
  <PresentationFormat>와이드스크린</PresentationFormat>
  <Paragraphs>178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7" baseType="lpstr">
      <vt:lpstr>Aptos Narrow</vt:lpstr>
      <vt:lpstr>Arial</vt:lpstr>
      <vt:lpstr>Calibri</vt:lpstr>
      <vt:lpstr>Lato</vt:lpstr>
      <vt:lpstr>Lato Black</vt:lpstr>
      <vt:lpstr>Source Sans Pro</vt:lpstr>
      <vt:lpstr>Source Sans Pro Black</vt:lpstr>
      <vt:lpstr>Source Sans Pro Light</vt:lpstr>
      <vt:lpstr>Source Sans Pro Semibold</vt:lpstr>
      <vt:lpstr>Theme2</vt:lpstr>
      <vt:lpstr>1_Theme2</vt:lpstr>
      <vt:lpstr>Selling LRQA Way Account plan template  High-level business overview </vt:lpstr>
      <vt:lpstr>Account plan on a page – F&amp;N</vt:lpstr>
      <vt:lpstr>Selling the LRQA Way Account Strategy Map</vt:lpstr>
      <vt:lpstr>Decision Process Mapping / Contacts Heatmap</vt:lpstr>
      <vt:lpstr>Account Management Team</vt:lpstr>
      <vt:lpstr>Action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James</dc:creator>
  <cp:lastModifiedBy>Kim, Dal</cp:lastModifiedBy>
  <cp:revision>28</cp:revision>
  <dcterms:created xsi:type="dcterms:W3CDTF">2021-10-11T17:43:51Z</dcterms:created>
  <dcterms:modified xsi:type="dcterms:W3CDTF">2026-06-19T04:19:13Z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0x010100DE5BFAB30355F24388E459A17AFAC238</vt:lpwstr>
  </property>
  <property fmtid="{D5CDD505-2E9C-101B-9397-08002B2CF9AE}" pid="3" name="MSIP_Label_d5c4c49b-ebde-4356-a4f6-d1d955faa706_Enabled">
    <vt:lpwstr>true</vt:lpwstr>
  </property>
  <property fmtid="{D5CDD505-2E9C-101B-9397-08002B2CF9AE}" pid="4" name="MSIP_Label_d5c4c49b-ebde-4356-a4f6-d1d955faa706_SetDate">
    <vt:lpwstr>2021-11-03T14:58:02Z</vt:lpwstr>
  </property>
  <property fmtid="{D5CDD505-2E9C-101B-9397-08002B2CF9AE}" pid="5" name="MSIP_Label_d5c4c49b-ebde-4356-a4f6-d1d955faa706_Method">
    <vt:lpwstr>Standard</vt:lpwstr>
  </property>
  <property fmtid="{D5CDD505-2E9C-101B-9397-08002B2CF9AE}" pid="6" name="MSIP_Label_d5c4c49b-ebde-4356-a4f6-d1d955faa706_Name">
    <vt:lpwstr>ConfidentialLR_LR</vt:lpwstr>
  </property>
  <property fmtid="{D5CDD505-2E9C-101B-9397-08002B2CF9AE}" pid="7" name="MSIP_Label_d5c4c49b-ebde-4356-a4f6-d1d955faa706_SiteId">
    <vt:lpwstr>4a3454a0-8cf4-4a9c-b1c0-6ce4d1495f82</vt:lpwstr>
  </property>
  <property fmtid="{D5CDD505-2E9C-101B-9397-08002B2CF9AE}" pid="8" name="MSIP_Label_d5c4c49b-ebde-4356-a4f6-d1d955faa706_ActionId">
    <vt:lpwstr>fb5ad370-2cb1-4184-b779-a06ea5f53a64</vt:lpwstr>
  </property>
  <property fmtid="{D5CDD505-2E9C-101B-9397-08002B2CF9AE}" pid="9" name="MSIP_Label_d5c4c49b-ebde-4356-a4f6-d1d955faa706_ContentBits">
    <vt:lpwstr>0</vt:lpwstr>
  </property>
  <property fmtid="{D5CDD505-2E9C-101B-9397-08002B2CF9AE}" pid="10" name="LR_Classification">
    <vt:lpwstr>Confidential - LR \ LR</vt:lpwstr>
  </property>
  <property fmtid="{D5CDD505-2E9C-101B-9397-08002B2CF9AE}" pid="11" name="MSIP_Label_3ab6f4a6-303a-44f1-b38a-622af11c1484_Enabled">
    <vt:lpwstr>true</vt:lpwstr>
  </property>
  <property fmtid="{D5CDD505-2E9C-101B-9397-08002B2CF9AE}" pid="12" name="MSIP_Label_3ab6f4a6-303a-44f1-b38a-622af11c1484_SetDate">
    <vt:lpwstr>2022-10-16T04:36:26Z</vt:lpwstr>
  </property>
  <property fmtid="{D5CDD505-2E9C-101B-9397-08002B2CF9AE}" pid="13" name="MSIP_Label_3ab6f4a6-303a-44f1-b38a-622af11c1484_Method">
    <vt:lpwstr>Standard</vt:lpwstr>
  </property>
  <property fmtid="{D5CDD505-2E9C-101B-9397-08002B2CF9AE}" pid="14" name="MSIP_Label_3ab6f4a6-303a-44f1-b38a-622af11c1484_Name">
    <vt:lpwstr>Confidential</vt:lpwstr>
  </property>
  <property fmtid="{D5CDD505-2E9C-101B-9397-08002B2CF9AE}" pid="15" name="MSIP_Label_3ab6f4a6-303a-44f1-b38a-622af11c1484_SiteId">
    <vt:lpwstr>b51312b3-1a7b-4033-827b-6794ad5e9e4b</vt:lpwstr>
  </property>
  <property fmtid="{D5CDD505-2E9C-101B-9397-08002B2CF9AE}" pid="16" name="MSIP_Label_3ab6f4a6-303a-44f1-b38a-622af11c1484_ActionId">
    <vt:lpwstr>7187a284-4a69-4f83-ba2b-36afd265fe0f</vt:lpwstr>
  </property>
  <property fmtid="{D5CDD505-2E9C-101B-9397-08002B2CF9AE}" pid="17" name="MSIP_Label_3ab6f4a6-303a-44f1-b38a-622af11c1484_ContentBits">
    <vt:lpwstr>0</vt:lpwstr>
  </property>
  <property fmtid="{D5CDD505-2E9C-101B-9397-08002B2CF9AE}" pid="18" name="MediaServiceImageTags">
    <vt:lpwstr/>
  </property>
</Properties>
</file>